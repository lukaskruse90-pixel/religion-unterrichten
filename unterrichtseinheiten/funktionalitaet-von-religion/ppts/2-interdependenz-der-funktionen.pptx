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activeX/activeX16.xml" ContentType="application/vnd.ms-office.activeX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72" r:id="rId3"/>
    <p:sldId id="273" r:id="rId4"/>
    <p:sldId id="274" r:id="rId5"/>
    <p:sldId id="268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ADED17-C66D-4A27-BC7A-B9E3D30137FD}" type="doc">
      <dgm:prSet loTypeId="urn:microsoft.com/office/officeart/2005/8/layout/radial5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e-DE"/>
        </a:p>
      </dgm:t>
    </dgm:pt>
    <dgm:pt modelId="{FCAF8CFD-ABE3-40A2-B4B6-75C968CCC862}">
      <dgm:prSet phldrT="[Text]" phldr="0"/>
      <dgm:spPr/>
      <dgm:t>
        <a:bodyPr/>
        <a:lstStyle/>
        <a:p>
          <a:r>
            <a:rPr lang="de-DE" b="1" dirty="0"/>
            <a:t>PF</a:t>
          </a:r>
        </a:p>
      </dgm:t>
    </dgm:pt>
    <dgm:pt modelId="{C6BC34A6-A6D6-469C-9F9E-116216D7329F}" type="parTrans" cxnId="{E5757E38-90E5-4994-82C1-4E6833BBBFB6}">
      <dgm:prSet/>
      <dgm:spPr/>
      <dgm:t>
        <a:bodyPr/>
        <a:lstStyle/>
        <a:p>
          <a:endParaRPr lang="de-DE"/>
        </a:p>
      </dgm:t>
    </dgm:pt>
    <dgm:pt modelId="{8B9794AC-C955-4563-B7FA-DCAF4E6EBC09}" type="sibTrans" cxnId="{E5757E38-90E5-4994-82C1-4E6833BBBFB6}">
      <dgm:prSet/>
      <dgm:spPr/>
      <dgm:t>
        <a:bodyPr/>
        <a:lstStyle/>
        <a:p>
          <a:endParaRPr lang="de-DE"/>
        </a:p>
      </dgm:t>
    </dgm:pt>
    <dgm:pt modelId="{6D31B824-53AC-433F-BB8C-057BA87EB945}">
      <dgm:prSet phldrT="[Text]" phldr="0"/>
      <dgm:spPr/>
      <dgm:t>
        <a:bodyPr/>
        <a:lstStyle/>
        <a:p>
          <a:r>
            <a:rPr lang="de-DE" b="1" dirty="0"/>
            <a:t>DF</a:t>
          </a:r>
        </a:p>
      </dgm:t>
    </dgm:pt>
    <dgm:pt modelId="{5FCD2625-8705-496E-81C7-AEF534365D3D}" type="parTrans" cxnId="{02C8094D-3381-4C50-8790-66F730651D84}">
      <dgm:prSet/>
      <dgm:spPr/>
      <dgm:t>
        <a:bodyPr/>
        <a:lstStyle/>
        <a:p>
          <a:endParaRPr lang="de-DE"/>
        </a:p>
      </dgm:t>
    </dgm:pt>
    <dgm:pt modelId="{33F91B4D-15E4-4814-A512-AE6458CF44CD}" type="sibTrans" cxnId="{02C8094D-3381-4C50-8790-66F730651D84}">
      <dgm:prSet/>
      <dgm:spPr/>
      <dgm:t>
        <a:bodyPr/>
        <a:lstStyle/>
        <a:p>
          <a:endParaRPr lang="de-DE"/>
        </a:p>
      </dgm:t>
    </dgm:pt>
    <dgm:pt modelId="{3F2903B8-4D53-4A37-B92A-9B62AEB118BF}">
      <dgm:prSet phldrT="[Text]" phldr="0"/>
      <dgm:spPr/>
      <dgm:t>
        <a:bodyPr/>
        <a:lstStyle/>
        <a:p>
          <a:r>
            <a:rPr lang="de-DE" b="1" dirty="0"/>
            <a:t>GF</a:t>
          </a:r>
        </a:p>
      </dgm:t>
    </dgm:pt>
    <dgm:pt modelId="{6DE5A991-49FB-4BD9-8FF7-BDB7B2704793}" type="parTrans" cxnId="{B06E4397-4D0D-474B-AABF-B0A189200C24}">
      <dgm:prSet/>
      <dgm:spPr/>
      <dgm:t>
        <a:bodyPr/>
        <a:lstStyle/>
        <a:p>
          <a:endParaRPr lang="de-DE"/>
        </a:p>
      </dgm:t>
    </dgm:pt>
    <dgm:pt modelId="{681BAC6A-10D6-4AD4-AA73-E860FF1B6AF6}" type="sibTrans" cxnId="{B06E4397-4D0D-474B-AABF-B0A189200C24}">
      <dgm:prSet/>
      <dgm:spPr/>
      <dgm:t>
        <a:bodyPr/>
        <a:lstStyle/>
        <a:p>
          <a:endParaRPr lang="de-DE"/>
        </a:p>
      </dgm:t>
    </dgm:pt>
    <dgm:pt modelId="{B318273B-99A2-4753-BEBD-E752A54B913D}">
      <dgm:prSet phldrT="[Text]" phldr="0"/>
      <dgm:spPr/>
      <dgm:t>
        <a:bodyPr/>
        <a:lstStyle/>
        <a:p>
          <a:r>
            <a:rPr lang="de-DE" b="1" dirty="0"/>
            <a:t>EF</a:t>
          </a:r>
        </a:p>
      </dgm:t>
    </dgm:pt>
    <dgm:pt modelId="{F2AC4C9B-C84E-4667-A7D2-C7881664F1A3}" type="parTrans" cxnId="{6280C9CB-3123-4719-8E5A-AC33D8770D89}">
      <dgm:prSet/>
      <dgm:spPr/>
      <dgm:t>
        <a:bodyPr/>
        <a:lstStyle/>
        <a:p>
          <a:endParaRPr lang="de-DE"/>
        </a:p>
      </dgm:t>
    </dgm:pt>
    <dgm:pt modelId="{453B3448-C8BE-4361-BC54-D7B615C9CCFB}" type="sibTrans" cxnId="{6280C9CB-3123-4719-8E5A-AC33D8770D89}">
      <dgm:prSet/>
      <dgm:spPr/>
      <dgm:t>
        <a:bodyPr/>
        <a:lstStyle/>
        <a:p>
          <a:endParaRPr lang="de-DE"/>
        </a:p>
      </dgm:t>
    </dgm:pt>
    <dgm:pt modelId="{4D2C20DA-109E-4A58-A30E-D7E252D476EE}" type="pres">
      <dgm:prSet presAssocID="{9BADED17-C66D-4A27-BC7A-B9E3D30137F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647EC69-607A-4BE8-9B26-49022B4F4E1E}" type="pres">
      <dgm:prSet presAssocID="{FCAF8CFD-ABE3-40A2-B4B6-75C968CCC862}" presName="centerShape" presStyleLbl="node0" presStyleIdx="0" presStyleCnt="1"/>
      <dgm:spPr/>
    </dgm:pt>
    <dgm:pt modelId="{110E1730-DBB8-4A37-A109-825F8A54A60D}" type="pres">
      <dgm:prSet presAssocID="{5FCD2625-8705-496E-81C7-AEF534365D3D}" presName="parTrans" presStyleLbl="sibTrans2D1" presStyleIdx="0" presStyleCnt="3"/>
      <dgm:spPr/>
    </dgm:pt>
    <dgm:pt modelId="{353FF2DE-EDB9-40B2-970B-B854359CB80E}" type="pres">
      <dgm:prSet presAssocID="{5FCD2625-8705-496E-81C7-AEF534365D3D}" presName="connectorText" presStyleLbl="sibTrans2D1" presStyleIdx="0" presStyleCnt="3"/>
      <dgm:spPr/>
    </dgm:pt>
    <dgm:pt modelId="{F5DEE0D0-664E-4922-B63C-E8806C822689}" type="pres">
      <dgm:prSet presAssocID="{6D31B824-53AC-433F-BB8C-057BA87EB945}" presName="node" presStyleLbl="node1" presStyleIdx="0" presStyleCnt="3">
        <dgm:presLayoutVars>
          <dgm:bulletEnabled val="1"/>
        </dgm:presLayoutVars>
      </dgm:prSet>
      <dgm:spPr/>
    </dgm:pt>
    <dgm:pt modelId="{6A1B8186-FE84-4370-BC3D-29E1FD7D34BF}" type="pres">
      <dgm:prSet presAssocID="{6DE5A991-49FB-4BD9-8FF7-BDB7B2704793}" presName="parTrans" presStyleLbl="sibTrans2D1" presStyleIdx="1" presStyleCnt="3"/>
      <dgm:spPr/>
    </dgm:pt>
    <dgm:pt modelId="{F2D2AA6A-30DA-4F02-A7F7-20DE27C34820}" type="pres">
      <dgm:prSet presAssocID="{6DE5A991-49FB-4BD9-8FF7-BDB7B2704793}" presName="connectorText" presStyleLbl="sibTrans2D1" presStyleIdx="1" presStyleCnt="3"/>
      <dgm:spPr/>
    </dgm:pt>
    <dgm:pt modelId="{A981F883-CF9D-44B2-92E8-204245D358C5}" type="pres">
      <dgm:prSet presAssocID="{3F2903B8-4D53-4A37-B92A-9B62AEB118BF}" presName="node" presStyleLbl="node1" presStyleIdx="1" presStyleCnt="3">
        <dgm:presLayoutVars>
          <dgm:bulletEnabled val="1"/>
        </dgm:presLayoutVars>
      </dgm:prSet>
      <dgm:spPr/>
    </dgm:pt>
    <dgm:pt modelId="{C3FD595C-1948-4BC9-8976-1E7A76392B76}" type="pres">
      <dgm:prSet presAssocID="{F2AC4C9B-C84E-4667-A7D2-C7881664F1A3}" presName="parTrans" presStyleLbl="sibTrans2D1" presStyleIdx="2" presStyleCnt="3"/>
      <dgm:spPr/>
    </dgm:pt>
    <dgm:pt modelId="{6C97EBF0-88E6-409E-985E-9D6086B4580A}" type="pres">
      <dgm:prSet presAssocID="{F2AC4C9B-C84E-4667-A7D2-C7881664F1A3}" presName="connectorText" presStyleLbl="sibTrans2D1" presStyleIdx="2" presStyleCnt="3"/>
      <dgm:spPr/>
    </dgm:pt>
    <dgm:pt modelId="{E9B3B74F-98BC-452E-8D93-BE4589400779}" type="pres">
      <dgm:prSet presAssocID="{B318273B-99A2-4753-BEBD-E752A54B913D}" presName="node" presStyleLbl="node1" presStyleIdx="2" presStyleCnt="3">
        <dgm:presLayoutVars>
          <dgm:bulletEnabled val="1"/>
        </dgm:presLayoutVars>
      </dgm:prSet>
      <dgm:spPr/>
    </dgm:pt>
  </dgm:ptLst>
  <dgm:cxnLst>
    <dgm:cxn modelId="{31D64305-444D-41B8-AC4E-4E461D33B193}" type="presOf" srcId="{FCAF8CFD-ABE3-40A2-B4B6-75C968CCC862}" destId="{7647EC69-607A-4BE8-9B26-49022B4F4E1E}" srcOrd="0" destOrd="0" presId="urn:microsoft.com/office/officeart/2005/8/layout/radial5"/>
    <dgm:cxn modelId="{7D86D40C-0F73-4142-9C22-E22750934A54}" type="presOf" srcId="{3F2903B8-4D53-4A37-B92A-9B62AEB118BF}" destId="{A981F883-CF9D-44B2-92E8-204245D358C5}" srcOrd="0" destOrd="0" presId="urn:microsoft.com/office/officeart/2005/8/layout/radial5"/>
    <dgm:cxn modelId="{62BDD51B-6BF5-44D9-932E-6C62EF77271D}" type="presOf" srcId="{9BADED17-C66D-4A27-BC7A-B9E3D30137FD}" destId="{4D2C20DA-109E-4A58-A30E-D7E252D476EE}" srcOrd="0" destOrd="0" presId="urn:microsoft.com/office/officeart/2005/8/layout/radial5"/>
    <dgm:cxn modelId="{74F7861E-CC7C-47DC-9B85-B9A7FBFFB8B1}" type="presOf" srcId="{5FCD2625-8705-496E-81C7-AEF534365D3D}" destId="{110E1730-DBB8-4A37-A109-825F8A54A60D}" srcOrd="0" destOrd="0" presId="urn:microsoft.com/office/officeart/2005/8/layout/radial5"/>
    <dgm:cxn modelId="{E5757E38-90E5-4994-82C1-4E6833BBBFB6}" srcId="{9BADED17-C66D-4A27-BC7A-B9E3D30137FD}" destId="{FCAF8CFD-ABE3-40A2-B4B6-75C968CCC862}" srcOrd="0" destOrd="0" parTransId="{C6BC34A6-A6D6-469C-9F9E-116216D7329F}" sibTransId="{8B9794AC-C955-4563-B7FA-DCAF4E6EBC09}"/>
    <dgm:cxn modelId="{02C8094D-3381-4C50-8790-66F730651D84}" srcId="{FCAF8CFD-ABE3-40A2-B4B6-75C968CCC862}" destId="{6D31B824-53AC-433F-BB8C-057BA87EB945}" srcOrd="0" destOrd="0" parTransId="{5FCD2625-8705-496E-81C7-AEF534365D3D}" sibTransId="{33F91B4D-15E4-4814-A512-AE6458CF44CD}"/>
    <dgm:cxn modelId="{1857CD6F-F8F9-4699-92DB-5B8F606DF954}" type="presOf" srcId="{B318273B-99A2-4753-BEBD-E752A54B913D}" destId="{E9B3B74F-98BC-452E-8D93-BE4589400779}" srcOrd="0" destOrd="0" presId="urn:microsoft.com/office/officeart/2005/8/layout/radial5"/>
    <dgm:cxn modelId="{DC05D181-3D72-45A0-9E14-00B3AF2E3DAD}" type="presOf" srcId="{F2AC4C9B-C84E-4667-A7D2-C7881664F1A3}" destId="{6C97EBF0-88E6-409E-985E-9D6086B4580A}" srcOrd="1" destOrd="0" presId="urn:microsoft.com/office/officeart/2005/8/layout/radial5"/>
    <dgm:cxn modelId="{B06E4397-4D0D-474B-AABF-B0A189200C24}" srcId="{FCAF8CFD-ABE3-40A2-B4B6-75C968CCC862}" destId="{3F2903B8-4D53-4A37-B92A-9B62AEB118BF}" srcOrd="1" destOrd="0" parTransId="{6DE5A991-49FB-4BD9-8FF7-BDB7B2704793}" sibTransId="{681BAC6A-10D6-4AD4-AA73-E860FF1B6AF6}"/>
    <dgm:cxn modelId="{C233BF9C-2E79-465C-B201-2F9B44965E78}" type="presOf" srcId="{6D31B824-53AC-433F-BB8C-057BA87EB945}" destId="{F5DEE0D0-664E-4922-B63C-E8806C822689}" srcOrd="0" destOrd="0" presId="urn:microsoft.com/office/officeart/2005/8/layout/radial5"/>
    <dgm:cxn modelId="{D2ED2CB2-F5A8-4C00-B94D-3850E05D7FF0}" type="presOf" srcId="{6DE5A991-49FB-4BD9-8FF7-BDB7B2704793}" destId="{6A1B8186-FE84-4370-BC3D-29E1FD7D34BF}" srcOrd="0" destOrd="0" presId="urn:microsoft.com/office/officeart/2005/8/layout/radial5"/>
    <dgm:cxn modelId="{3AF760BC-952A-4A3D-8494-9D4703A1909A}" type="presOf" srcId="{F2AC4C9B-C84E-4667-A7D2-C7881664F1A3}" destId="{C3FD595C-1948-4BC9-8976-1E7A76392B76}" srcOrd="0" destOrd="0" presId="urn:microsoft.com/office/officeart/2005/8/layout/radial5"/>
    <dgm:cxn modelId="{6280C9CB-3123-4719-8E5A-AC33D8770D89}" srcId="{FCAF8CFD-ABE3-40A2-B4B6-75C968CCC862}" destId="{B318273B-99A2-4753-BEBD-E752A54B913D}" srcOrd="2" destOrd="0" parTransId="{F2AC4C9B-C84E-4667-A7D2-C7881664F1A3}" sibTransId="{453B3448-C8BE-4361-BC54-D7B615C9CCFB}"/>
    <dgm:cxn modelId="{7D1E76E5-147E-409A-888D-3C8C856D7FD5}" type="presOf" srcId="{6DE5A991-49FB-4BD9-8FF7-BDB7B2704793}" destId="{F2D2AA6A-30DA-4F02-A7F7-20DE27C34820}" srcOrd="1" destOrd="0" presId="urn:microsoft.com/office/officeart/2005/8/layout/radial5"/>
    <dgm:cxn modelId="{CDC850F0-0938-464E-B791-0E281798ED24}" type="presOf" srcId="{5FCD2625-8705-496E-81C7-AEF534365D3D}" destId="{353FF2DE-EDB9-40B2-970B-B854359CB80E}" srcOrd="1" destOrd="0" presId="urn:microsoft.com/office/officeart/2005/8/layout/radial5"/>
    <dgm:cxn modelId="{28388E7D-E66D-49F6-950C-10C4BF99A1D5}" type="presParOf" srcId="{4D2C20DA-109E-4A58-A30E-D7E252D476EE}" destId="{7647EC69-607A-4BE8-9B26-49022B4F4E1E}" srcOrd="0" destOrd="0" presId="urn:microsoft.com/office/officeart/2005/8/layout/radial5"/>
    <dgm:cxn modelId="{775C62CF-1507-43BE-9A12-422C2494C80F}" type="presParOf" srcId="{4D2C20DA-109E-4A58-A30E-D7E252D476EE}" destId="{110E1730-DBB8-4A37-A109-825F8A54A60D}" srcOrd="1" destOrd="0" presId="urn:microsoft.com/office/officeart/2005/8/layout/radial5"/>
    <dgm:cxn modelId="{D72C78EA-9D5D-4246-B297-8D37FA520926}" type="presParOf" srcId="{110E1730-DBB8-4A37-A109-825F8A54A60D}" destId="{353FF2DE-EDB9-40B2-970B-B854359CB80E}" srcOrd="0" destOrd="0" presId="urn:microsoft.com/office/officeart/2005/8/layout/radial5"/>
    <dgm:cxn modelId="{E4A4DC10-2194-44CC-BDB3-21B449CBEEA8}" type="presParOf" srcId="{4D2C20DA-109E-4A58-A30E-D7E252D476EE}" destId="{F5DEE0D0-664E-4922-B63C-E8806C822689}" srcOrd="2" destOrd="0" presId="urn:microsoft.com/office/officeart/2005/8/layout/radial5"/>
    <dgm:cxn modelId="{F00DDADA-07C6-4C10-8376-75BC84479828}" type="presParOf" srcId="{4D2C20DA-109E-4A58-A30E-D7E252D476EE}" destId="{6A1B8186-FE84-4370-BC3D-29E1FD7D34BF}" srcOrd="3" destOrd="0" presId="urn:microsoft.com/office/officeart/2005/8/layout/radial5"/>
    <dgm:cxn modelId="{8C296501-FF68-45D9-A380-5093EA96CD50}" type="presParOf" srcId="{6A1B8186-FE84-4370-BC3D-29E1FD7D34BF}" destId="{F2D2AA6A-30DA-4F02-A7F7-20DE27C34820}" srcOrd="0" destOrd="0" presId="urn:microsoft.com/office/officeart/2005/8/layout/radial5"/>
    <dgm:cxn modelId="{FF741896-AF19-4CB9-91EA-6A47F1F32C12}" type="presParOf" srcId="{4D2C20DA-109E-4A58-A30E-D7E252D476EE}" destId="{A981F883-CF9D-44B2-92E8-204245D358C5}" srcOrd="4" destOrd="0" presId="urn:microsoft.com/office/officeart/2005/8/layout/radial5"/>
    <dgm:cxn modelId="{9DB25849-EFE3-4DAB-8F8F-AF96515DC02C}" type="presParOf" srcId="{4D2C20DA-109E-4A58-A30E-D7E252D476EE}" destId="{C3FD595C-1948-4BC9-8976-1E7A76392B76}" srcOrd="5" destOrd="0" presId="urn:microsoft.com/office/officeart/2005/8/layout/radial5"/>
    <dgm:cxn modelId="{E692DE74-02B2-4AC6-9EA4-2DBBB0CFE933}" type="presParOf" srcId="{C3FD595C-1948-4BC9-8976-1E7A76392B76}" destId="{6C97EBF0-88E6-409E-985E-9D6086B4580A}" srcOrd="0" destOrd="0" presId="urn:microsoft.com/office/officeart/2005/8/layout/radial5"/>
    <dgm:cxn modelId="{090D00B3-9E11-4D63-8BAA-8C34D22F99F9}" type="presParOf" srcId="{4D2C20DA-109E-4A58-A30E-D7E252D476EE}" destId="{E9B3B74F-98BC-452E-8D93-BE4589400779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563973-3B89-4D96-8B74-C2A9D2A1123F}" type="doc">
      <dgm:prSet loTypeId="urn:microsoft.com/office/officeart/2005/8/layout/venn2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e-DE"/>
        </a:p>
      </dgm:t>
    </dgm:pt>
    <dgm:pt modelId="{BA1B947D-530B-4C11-A255-70295E96E137}">
      <dgm:prSet phldrT="[Text]" phldr="0" custT="1"/>
      <dgm:spPr/>
      <dgm:t>
        <a:bodyPr/>
        <a:lstStyle/>
        <a:p>
          <a:r>
            <a:rPr lang="de-DE" sz="2400" b="1" dirty="0"/>
            <a:t>GF</a:t>
          </a:r>
          <a:endParaRPr lang="de-DE" sz="1400" b="1" dirty="0"/>
        </a:p>
      </dgm:t>
    </dgm:pt>
    <dgm:pt modelId="{ABD795B6-D0FC-4C83-8741-B5953A4BC2EE}" type="parTrans" cxnId="{498BD7EC-5914-4AEE-A607-BFFEEB996809}">
      <dgm:prSet/>
      <dgm:spPr/>
      <dgm:t>
        <a:bodyPr/>
        <a:lstStyle/>
        <a:p>
          <a:endParaRPr lang="de-DE"/>
        </a:p>
      </dgm:t>
    </dgm:pt>
    <dgm:pt modelId="{6E760D25-AA78-415F-A7FC-97C8E788CB26}" type="sibTrans" cxnId="{498BD7EC-5914-4AEE-A607-BFFEEB996809}">
      <dgm:prSet/>
      <dgm:spPr/>
      <dgm:t>
        <a:bodyPr/>
        <a:lstStyle/>
        <a:p>
          <a:endParaRPr lang="de-DE"/>
        </a:p>
      </dgm:t>
    </dgm:pt>
    <dgm:pt modelId="{14F5A7C5-F183-4F27-9E18-1BAFF4803552}">
      <dgm:prSet phldrT="[Text]" phldr="0" custT="1"/>
      <dgm:spPr/>
      <dgm:t>
        <a:bodyPr/>
        <a:lstStyle/>
        <a:p>
          <a:r>
            <a:rPr lang="de-DE" sz="2400" b="1" dirty="0"/>
            <a:t>EF</a:t>
          </a:r>
          <a:endParaRPr lang="de-DE" sz="1300" b="1" dirty="0"/>
        </a:p>
      </dgm:t>
    </dgm:pt>
    <dgm:pt modelId="{CEB6DA68-DABA-46D5-BE8B-E23E7A31BA05}" type="parTrans" cxnId="{99793E2B-6236-4A2B-BEA4-08DA5ACA1D15}">
      <dgm:prSet/>
      <dgm:spPr/>
      <dgm:t>
        <a:bodyPr/>
        <a:lstStyle/>
        <a:p>
          <a:endParaRPr lang="de-DE"/>
        </a:p>
      </dgm:t>
    </dgm:pt>
    <dgm:pt modelId="{8B440AB1-2038-4143-806B-DACD777C1160}" type="sibTrans" cxnId="{99793E2B-6236-4A2B-BEA4-08DA5ACA1D15}">
      <dgm:prSet/>
      <dgm:spPr/>
      <dgm:t>
        <a:bodyPr/>
        <a:lstStyle/>
        <a:p>
          <a:endParaRPr lang="de-DE"/>
        </a:p>
      </dgm:t>
    </dgm:pt>
    <dgm:pt modelId="{459E149F-A290-4D43-920B-D516215006B7}">
      <dgm:prSet phldrT="[Text]" phldr="0" custT="1"/>
      <dgm:spPr/>
      <dgm:t>
        <a:bodyPr/>
        <a:lstStyle/>
        <a:p>
          <a:r>
            <a:rPr lang="de-DE" sz="2400" b="1" dirty="0"/>
            <a:t>PF</a:t>
          </a:r>
          <a:endParaRPr lang="de-DE" sz="2000" b="1" dirty="0"/>
        </a:p>
      </dgm:t>
    </dgm:pt>
    <dgm:pt modelId="{3E54D9B6-4EFF-4E83-9A4F-7D218E33D973}" type="parTrans" cxnId="{9BC24712-DB95-404B-A1C8-3F47B8E6FE12}">
      <dgm:prSet/>
      <dgm:spPr/>
      <dgm:t>
        <a:bodyPr/>
        <a:lstStyle/>
        <a:p>
          <a:endParaRPr lang="de-DE"/>
        </a:p>
      </dgm:t>
    </dgm:pt>
    <dgm:pt modelId="{0F841824-6B07-4FBA-92AD-BDF0CF890C4A}" type="sibTrans" cxnId="{9BC24712-DB95-404B-A1C8-3F47B8E6FE12}">
      <dgm:prSet/>
      <dgm:spPr/>
      <dgm:t>
        <a:bodyPr/>
        <a:lstStyle/>
        <a:p>
          <a:endParaRPr lang="de-DE"/>
        </a:p>
      </dgm:t>
    </dgm:pt>
    <dgm:pt modelId="{3AAFE13B-6862-4273-9068-6EB182143B83}">
      <dgm:prSet phldrT="[Text]" phldr="0" custT="1"/>
      <dgm:spPr/>
      <dgm:t>
        <a:bodyPr/>
        <a:lstStyle/>
        <a:p>
          <a:r>
            <a:rPr lang="de-DE" sz="2400" b="1" dirty="0"/>
            <a:t>DF</a:t>
          </a:r>
          <a:endParaRPr lang="de-DE" sz="1900" b="1" dirty="0"/>
        </a:p>
      </dgm:t>
    </dgm:pt>
    <dgm:pt modelId="{342D8255-FA9B-41F6-A071-975560003C4B}" type="parTrans" cxnId="{95E44463-1B39-474A-908E-95B817D84A06}">
      <dgm:prSet/>
      <dgm:spPr/>
      <dgm:t>
        <a:bodyPr/>
        <a:lstStyle/>
        <a:p>
          <a:endParaRPr lang="de-DE"/>
        </a:p>
      </dgm:t>
    </dgm:pt>
    <dgm:pt modelId="{55238A88-C436-4D0B-8B19-DB573647AA8D}" type="sibTrans" cxnId="{95E44463-1B39-474A-908E-95B817D84A06}">
      <dgm:prSet/>
      <dgm:spPr/>
      <dgm:t>
        <a:bodyPr/>
        <a:lstStyle/>
        <a:p>
          <a:endParaRPr lang="de-DE"/>
        </a:p>
      </dgm:t>
    </dgm:pt>
    <dgm:pt modelId="{2F5C7F97-57A1-4AAE-A81B-87E09155F6FF}" type="pres">
      <dgm:prSet presAssocID="{5B563973-3B89-4D96-8B74-C2A9D2A1123F}" presName="Name0" presStyleCnt="0">
        <dgm:presLayoutVars>
          <dgm:chMax val="7"/>
          <dgm:resizeHandles val="exact"/>
        </dgm:presLayoutVars>
      </dgm:prSet>
      <dgm:spPr/>
    </dgm:pt>
    <dgm:pt modelId="{3AC0DED6-D081-4950-9C98-DC48D7862F90}" type="pres">
      <dgm:prSet presAssocID="{5B563973-3B89-4D96-8B74-C2A9D2A1123F}" presName="comp1" presStyleCnt="0"/>
      <dgm:spPr/>
    </dgm:pt>
    <dgm:pt modelId="{7CC58BE1-F727-478E-A461-320005C37CE5}" type="pres">
      <dgm:prSet presAssocID="{5B563973-3B89-4D96-8B74-C2A9D2A1123F}" presName="circle1" presStyleLbl="node1" presStyleIdx="0" presStyleCnt="4"/>
      <dgm:spPr/>
    </dgm:pt>
    <dgm:pt modelId="{23514E97-94E8-4883-85D6-9D4664869DD4}" type="pres">
      <dgm:prSet presAssocID="{5B563973-3B89-4D96-8B74-C2A9D2A1123F}" presName="c1text" presStyleLbl="node1" presStyleIdx="0" presStyleCnt="4">
        <dgm:presLayoutVars>
          <dgm:bulletEnabled val="1"/>
        </dgm:presLayoutVars>
      </dgm:prSet>
      <dgm:spPr/>
    </dgm:pt>
    <dgm:pt modelId="{4553B89F-8511-4CA6-9FAB-2BFB06A76B69}" type="pres">
      <dgm:prSet presAssocID="{5B563973-3B89-4D96-8B74-C2A9D2A1123F}" presName="comp2" presStyleCnt="0"/>
      <dgm:spPr/>
    </dgm:pt>
    <dgm:pt modelId="{3C19D39D-832C-4D0B-9369-59368C349576}" type="pres">
      <dgm:prSet presAssocID="{5B563973-3B89-4D96-8B74-C2A9D2A1123F}" presName="circle2" presStyleLbl="node1" presStyleIdx="1" presStyleCnt="4"/>
      <dgm:spPr/>
    </dgm:pt>
    <dgm:pt modelId="{19F31AC8-7328-4A93-A956-ABBD11604CFF}" type="pres">
      <dgm:prSet presAssocID="{5B563973-3B89-4D96-8B74-C2A9D2A1123F}" presName="c2text" presStyleLbl="node1" presStyleIdx="1" presStyleCnt="4">
        <dgm:presLayoutVars>
          <dgm:bulletEnabled val="1"/>
        </dgm:presLayoutVars>
      </dgm:prSet>
      <dgm:spPr/>
    </dgm:pt>
    <dgm:pt modelId="{C7486FE6-620D-40A4-B965-5E6802E3DE43}" type="pres">
      <dgm:prSet presAssocID="{5B563973-3B89-4D96-8B74-C2A9D2A1123F}" presName="comp3" presStyleCnt="0"/>
      <dgm:spPr/>
    </dgm:pt>
    <dgm:pt modelId="{55A92CC7-E952-4A81-BE69-2A68A3DD4110}" type="pres">
      <dgm:prSet presAssocID="{5B563973-3B89-4D96-8B74-C2A9D2A1123F}" presName="circle3" presStyleLbl="node1" presStyleIdx="2" presStyleCnt="4"/>
      <dgm:spPr/>
    </dgm:pt>
    <dgm:pt modelId="{932365AE-93A5-4DDE-993C-6C6BEE29C378}" type="pres">
      <dgm:prSet presAssocID="{5B563973-3B89-4D96-8B74-C2A9D2A1123F}" presName="c3text" presStyleLbl="node1" presStyleIdx="2" presStyleCnt="4">
        <dgm:presLayoutVars>
          <dgm:bulletEnabled val="1"/>
        </dgm:presLayoutVars>
      </dgm:prSet>
      <dgm:spPr/>
    </dgm:pt>
    <dgm:pt modelId="{AB2CD6BA-A6BB-4759-BC17-69F54351D6F8}" type="pres">
      <dgm:prSet presAssocID="{5B563973-3B89-4D96-8B74-C2A9D2A1123F}" presName="comp4" presStyleCnt="0"/>
      <dgm:spPr/>
    </dgm:pt>
    <dgm:pt modelId="{8713102B-70A4-4613-9876-840442DF8D51}" type="pres">
      <dgm:prSet presAssocID="{5B563973-3B89-4D96-8B74-C2A9D2A1123F}" presName="circle4" presStyleLbl="node1" presStyleIdx="3" presStyleCnt="4"/>
      <dgm:spPr/>
    </dgm:pt>
    <dgm:pt modelId="{318B507B-643A-41E4-9357-066C65433397}" type="pres">
      <dgm:prSet presAssocID="{5B563973-3B89-4D96-8B74-C2A9D2A1123F}" presName="c4text" presStyleLbl="node1" presStyleIdx="3" presStyleCnt="4">
        <dgm:presLayoutVars>
          <dgm:bulletEnabled val="1"/>
        </dgm:presLayoutVars>
      </dgm:prSet>
      <dgm:spPr/>
    </dgm:pt>
  </dgm:ptLst>
  <dgm:cxnLst>
    <dgm:cxn modelId="{9BC24712-DB95-404B-A1C8-3F47B8E6FE12}" srcId="{5B563973-3B89-4D96-8B74-C2A9D2A1123F}" destId="{459E149F-A290-4D43-920B-D516215006B7}" srcOrd="2" destOrd="0" parTransId="{3E54D9B6-4EFF-4E83-9A4F-7D218E33D973}" sibTransId="{0F841824-6B07-4FBA-92AD-BDF0CF890C4A}"/>
    <dgm:cxn modelId="{CA910916-70A6-42EE-B115-9D2416E29F61}" type="presOf" srcId="{BA1B947D-530B-4C11-A255-70295E96E137}" destId="{7CC58BE1-F727-478E-A461-320005C37CE5}" srcOrd="0" destOrd="0" presId="urn:microsoft.com/office/officeart/2005/8/layout/venn2"/>
    <dgm:cxn modelId="{A80CAD1D-8453-47E9-9A09-E69CCE6CC2AD}" type="presOf" srcId="{3AAFE13B-6862-4273-9068-6EB182143B83}" destId="{318B507B-643A-41E4-9357-066C65433397}" srcOrd="1" destOrd="0" presId="urn:microsoft.com/office/officeart/2005/8/layout/venn2"/>
    <dgm:cxn modelId="{99793E2B-6236-4A2B-BEA4-08DA5ACA1D15}" srcId="{5B563973-3B89-4D96-8B74-C2A9D2A1123F}" destId="{14F5A7C5-F183-4F27-9E18-1BAFF4803552}" srcOrd="1" destOrd="0" parTransId="{CEB6DA68-DABA-46D5-BE8B-E23E7A31BA05}" sibTransId="{8B440AB1-2038-4143-806B-DACD777C1160}"/>
    <dgm:cxn modelId="{25EF335C-F220-45F8-9C79-8EBFDD8A091E}" type="presOf" srcId="{BA1B947D-530B-4C11-A255-70295E96E137}" destId="{23514E97-94E8-4883-85D6-9D4664869DD4}" srcOrd="1" destOrd="0" presId="urn:microsoft.com/office/officeart/2005/8/layout/venn2"/>
    <dgm:cxn modelId="{26A33B62-78BE-4586-86D1-672E03E12991}" type="presOf" srcId="{3AAFE13B-6862-4273-9068-6EB182143B83}" destId="{8713102B-70A4-4613-9876-840442DF8D51}" srcOrd="0" destOrd="0" presId="urn:microsoft.com/office/officeart/2005/8/layout/venn2"/>
    <dgm:cxn modelId="{95E44463-1B39-474A-908E-95B817D84A06}" srcId="{5B563973-3B89-4D96-8B74-C2A9D2A1123F}" destId="{3AAFE13B-6862-4273-9068-6EB182143B83}" srcOrd="3" destOrd="0" parTransId="{342D8255-FA9B-41F6-A071-975560003C4B}" sibTransId="{55238A88-C436-4D0B-8B19-DB573647AA8D}"/>
    <dgm:cxn modelId="{D1D7C267-1616-4E71-BC74-56A90F193374}" type="presOf" srcId="{14F5A7C5-F183-4F27-9E18-1BAFF4803552}" destId="{3C19D39D-832C-4D0B-9369-59368C349576}" srcOrd="0" destOrd="0" presId="urn:microsoft.com/office/officeart/2005/8/layout/venn2"/>
    <dgm:cxn modelId="{24787AA8-8EC2-4B47-B237-22DA2A442824}" type="presOf" srcId="{459E149F-A290-4D43-920B-D516215006B7}" destId="{932365AE-93A5-4DDE-993C-6C6BEE29C378}" srcOrd="1" destOrd="0" presId="urn:microsoft.com/office/officeart/2005/8/layout/venn2"/>
    <dgm:cxn modelId="{9F866CCC-663C-40DF-8096-81FBE546A795}" type="presOf" srcId="{5B563973-3B89-4D96-8B74-C2A9D2A1123F}" destId="{2F5C7F97-57A1-4AAE-A81B-87E09155F6FF}" srcOrd="0" destOrd="0" presId="urn:microsoft.com/office/officeart/2005/8/layout/venn2"/>
    <dgm:cxn modelId="{A7DAE2DA-B6D3-4B33-9FE7-BFA5225203C4}" type="presOf" srcId="{459E149F-A290-4D43-920B-D516215006B7}" destId="{55A92CC7-E952-4A81-BE69-2A68A3DD4110}" srcOrd="0" destOrd="0" presId="urn:microsoft.com/office/officeart/2005/8/layout/venn2"/>
    <dgm:cxn modelId="{A68E44E8-1F56-4BCD-9117-050AC800AA02}" type="presOf" srcId="{14F5A7C5-F183-4F27-9E18-1BAFF4803552}" destId="{19F31AC8-7328-4A93-A956-ABBD11604CFF}" srcOrd="1" destOrd="0" presId="urn:microsoft.com/office/officeart/2005/8/layout/venn2"/>
    <dgm:cxn modelId="{498BD7EC-5914-4AEE-A607-BFFEEB996809}" srcId="{5B563973-3B89-4D96-8B74-C2A9D2A1123F}" destId="{BA1B947D-530B-4C11-A255-70295E96E137}" srcOrd="0" destOrd="0" parTransId="{ABD795B6-D0FC-4C83-8741-B5953A4BC2EE}" sibTransId="{6E760D25-AA78-415F-A7FC-97C8E788CB26}"/>
    <dgm:cxn modelId="{C7496DF4-E047-402D-8989-37B94EC2C065}" type="presParOf" srcId="{2F5C7F97-57A1-4AAE-A81B-87E09155F6FF}" destId="{3AC0DED6-D081-4950-9C98-DC48D7862F90}" srcOrd="0" destOrd="0" presId="urn:microsoft.com/office/officeart/2005/8/layout/venn2"/>
    <dgm:cxn modelId="{C25F2879-4907-43A5-896B-BF4E660F27EB}" type="presParOf" srcId="{3AC0DED6-D081-4950-9C98-DC48D7862F90}" destId="{7CC58BE1-F727-478E-A461-320005C37CE5}" srcOrd="0" destOrd="0" presId="urn:microsoft.com/office/officeart/2005/8/layout/venn2"/>
    <dgm:cxn modelId="{F1EDB545-2D2F-4FB7-9F96-FA25BAD6A40A}" type="presParOf" srcId="{3AC0DED6-D081-4950-9C98-DC48D7862F90}" destId="{23514E97-94E8-4883-85D6-9D4664869DD4}" srcOrd="1" destOrd="0" presId="urn:microsoft.com/office/officeart/2005/8/layout/venn2"/>
    <dgm:cxn modelId="{7EE22ECB-C71F-45DC-838F-8CD28C95597C}" type="presParOf" srcId="{2F5C7F97-57A1-4AAE-A81B-87E09155F6FF}" destId="{4553B89F-8511-4CA6-9FAB-2BFB06A76B69}" srcOrd="1" destOrd="0" presId="urn:microsoft.com/office/officeart/2005/8/layout/venn2"/>
    <dgm:cxn modelId="{53827F1E-41D7-4DAA-9923-864E4A8AC545}" type="presParOf" srcId="{4553B89F-8511-4CA6-9FAB-2BFB06A76B69}" destId="{3C19D39D-832C-4D0B-9369-59368C349576}" srcOrd="0" destOrd="0" presId="urn:microsoft.com/office/officeart/2005/8/layout/venn2"/>
    <dgm:cxn modelId="{371A7F0E-294C-4EA3-8FD3-E24741FEDE08}" type="presParOf" srcId="{4553B89F-8511-4CA6-9FAB-2BFB06A76B69}" destId="{19F31AC8-7328-4A93-A956-ABBD11604CFF}" srcOrd="1" destOrd="0" presId="urn:microsoft.com/office/officeart/2005/8/layout/venn2"/>
    <dgm:cxn modelId="{3058BC98-D3DA-4BE7-B4DC-ABF2595EABE6}" type="presParOf" srcId="{2F5C7F97-57A1-4AAE-A81B-87E09155F6FF}" destId="{C7486FE6-620D-40A4-B965-5E6802E3DE43}" srcOrd="2" destOrd="0" presId="urn:microsoft.com/office/officeart/2005/8/layout/venn2"/>
    <dgm:cxn modelId="{A5515858-A18F-4FDF-B227-6C3BDAC6A2FC}" type="presParOf" srcId="{C7486FE6-620D-40A4-B965-5E6802E3DE43}" destId="{55A92CC7-E952-4A81-BE69-2A68A3DD4110}" srcOrd="0" destOrd="0" presId="urn:microsoft.com/office/officeart/2005/8/layout/venn2"/>
    <dgm:cxn modelId="{10C30DE8-B66B-49AC-8031-A44E1EBAF5A5}" type="presParOf" srcId="{C7486FE6-620D-40A4-B965-5E6802E3DE43}" destId="{932365AE-93A5-4DDE-993C-6C6BEE29C378}" srcOrd="1" destOrd="0" presId="urn:microsoft.com/office/officeart/2005/8/layout/venn2"/>
    <dgm:cxn modelId="{E9978031-4E38-4137-87C3-4FA4A0F53D57}" type="presParOf" srcId="{2F5C7F97-57A1-4AAE-A81B-87E09155F6FF}" destId="{AB2CD6BA-A6BB-4759-BC17-69F54351D6F8}" srcOrd="3" destOrd="0" presId="urn:microsoft.com/office/officeart/2005/8/layout/venn2"/>
    <dgm:cxn modelId="{3D38119E-E403-48E0-B675-40A3F84AF4F8}" type="presParOf" srcId="{AB2CD6BA-A6BB-4759-BC17-69F54351D6F8}" destId="{8713102B-70A4-4613-9876-840442DF8D51}" srcOrd="0" destOrd="0" presId="urn:microsoft.com/office/officeart/2005/8/layout/venn2"/>
    <dgm:cxn modelId="{81AEC3F7-2F88-49C2-9446-ECABD69CDB7B}" type="presParOf" srcId="{AB2CD6BA-A6BB-4759-BC17-69F54351D6F8}" destId="{318B507B-643A-41E4-9357-066C6543339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FCF68C-CA65-4566-BD23-9632F632AD2C}" type="doc">
      <dgm:prSet loTypeId="urn:microsoft.com/office/officeart/2005/8/layout/cycle7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e-DE"/>
        </a:p>
      </dgm:t>
    </dgm:pt>
    <dgm:pt modelId="{F83A4734-0DBA-414F-98DD-AEB2F2E263F9}">
      <dgm:prSet phldrT="[Text]" phldr="0"/>
      <dgm:spPr/>
      <dgm:t>
        <a:bodyPr/>
        <a:lstStyle/>
        <a:p>
          <a:r>
            <a:rPr lang="de-DE" b="1" dirty="0"/>
            <a:t>DF</a:t>
          </a:r>
        </a:p>
      </dgm:t>
    </dgm:pt>
    <dgm:pt modelId="{07BDC602-5FD8-4670-AE02-70BC300905B7}" type="parTrans" cxnId="{AAD91D77-DCC0-499E-B530-0599F958691C}">
      <dgm:prSet/>
      <dgm:spPr/>
      <dgm:t>
        <a:bodyPr/>
        <a:lstStyle/>
        <a:p>
          <a:endParaRPr lang="de-DE"/>
        </a:p>
      </dgm:t>
    </dgm:pt>
    <dgm:pt modelId="{6E9645F9-33C0-447E-A520-50FFE9E89764}" type="sibTrans" cxnId="{AAD91D77-DCC0-499E-B530-0599F958691C}">
      <dgm:prSet/>
      <dgm:spPr/>
      <dgm:t>
        <a:bodyPr/>
        <a:lstStyle/>
        <a:p>
          <a:endParaRPr lang="de-DE"/>
        </a:p>
      </dgm:t>
    </dgm:pt>
    <dgm:pt modelId="{E5D3D1F7-8658-45F6-AC5F-1F583EA0D59F}">
      <dgm:prSet phldrT="[Text]" phldr="0"/>
      <dgm:spPr/>
      <dgm:t>
        <a:bodyPr/>
        <a:lstStyle/>
        <a:p>
          <a:r>
            <a:rPr lang="de-DE" b="1" dirty="0"/>
            <a:t>EF</a:t>
          </a:r>
        </a:p>
      </dgm:t>
    </dgm:pt>
    <dgm:pt modelId="{7327F1AC-6B9F-49AF-B5D3-392BC70DAFC5}" type="parTrans" cxnId="{978CE83F-E4D2-40BC-B0DE-D8A3A8B5968E}">
      <dgm:prSet/>
      <dgm:spPr/>
      <dgm:t>
        <a:bodyPr/>
        <a:lstStyle/>
        <a:p>
          <a:endParaRPr lang="de-DE"/>
        </a:p>
      </dgm:t>
    </dgm:pt>
    <dgm:pt modelId="{E8B27C94-2840-4EA9-9CC8-61AD90274383}" type="sibTrans" cxnId="{978CE83F-E4D2-40BC-B0DE-D8A3A8B5968E}">
      <dgm:prSet/>
      <dgm:spPr/>
      <dgm:t>
        <a:bodyPr/>
        <a:lstStyle/>
        <a:p>
          <a:endParaRPr lang="de-DE"/>
        </a:p>
      </dgm:t>
    </dgm:pt>
    <dgm:pt modelId="{8CD481F2-D834-4977-B701-19F125F04CAF}">
      <dgm:prSet phldrT="[Text]" phldr="0"/>
      <dgm:spPr/>
      <dgm:t>
        <a:bodyPr/>
        <a:lstStyle/>
        <a:p>
          <a:r>
            <a:rPr lang="de-DE" b="1" dirty="0"/>
            <a:t>GF</a:t>
          </a:r>
        </a:p>
      </dgm:t>
    </dgm:pt>
    <dgm:pt modelId="{BDB108DB-4E57-4FA8-8C17-FFB3A87CAFB3}" type="parTrans" cxnId="{5DC05678-1108-4D87-B913-E1F8453C54D4}">
      <dgm:prSet/>
      <dgm:spPr/>
      <dgm:t>
        <a:bodyPr/>
        <a:lstStyle/>
        <a:p>
          <a:endParaRPr lang="de-DE"/>
        </a:p>
      </dgm:t>
    </dgm:pt>
    <dgm:pt modelId="{2186A19F-A274-43CF-81DC-C3CAC5DE4588}" type="sibTrans" cxnId="{5DC05678-1108-4D87-B913-E1F8453C54D4}">
      <dgm:prSet/>
      <dgm:spPr/>
      <dgm:t>
        <a:bodyPr/>
        <a:lstStyle/>
        <a:p>
          <a:endParaRPr lang="de-DE"/>
        </a:p>
      </dgm:t>
    </dgm:pt>
    <dgm:pt modelId="{212D761F-7C45-4628-892B-3F1C60372F5A}">
      <dgm:prSet/>
      <dgm:spPr/>
      <dgm:t>
        <a:bodyPr/>
        <a:lstStyle/>
        <a:p>
          <a:r>
            <a:rPr lang="de-DE" b="1" dirty="0"/>
            <a:t>PF</a:t>
          </a:r>
        </a:p>
      </dgm:t>
    </dgm:pt>
    <dgm:pt modelId="{B9B57119-D439-4CDC-9C31-077C2A439390}" type="parTrans" cxnId="{77F44FE4-7C77-4E56-9785-1C8D8B857C7E}">
      <dgm:prSet/>
      <dgm:spPr/>
      <dgm:t>
        <a:bodyPr/>
        <a:lstStyle/>
        <a:p>
          <a:endParaRPr lang="de-DE"/>
        </a:p>
      </dgm:t>
    </dgm:pt>
    <dgm:pt modelId="{598A110F-FB59-46F1-9562-638C473159DF}" type="sibTrans" cxnId="{77F44FE4-7C77-4E56-9785-1C8D8B857C7E}">
      <dgm:prSet/>
      <dgm:spPr/>
      <dgm:t>
        <a:bodyPr/>
        <a:lstStyle/>
        <a:p>
          <a:endParaRPr lang="de-DE"/>
        </a:p>
      </dgm:t>
    </dgm:pt>
    <dgm:pt modelId="{A8753DA6-C2F2-4539-8846-E280B103A707}" type="pres">
      <dgm:prSet presAssocID="{84FCF68C-CA65-4566-BD23-9632F632AD2C}" presName="Name0" presStyleCnt="0">
        <dgm:presLayoutVars>
          <dgm:dir/>
          <dgm:resizeHandles val="exact"/>
        </dgm:presLayoutVars>
      </dgm:prSet>
      <dgm:spPr/>
    </dgm:pt>
    <dgm:pt modelId="{0ED39DFD-FFBF-46D8-B562-25863326F209}" type="pres">
      <dgm:prSet presAssocID="{F83A4734-0DBA-414F-98DD-AEB2F2E263F9}" presName="node" presStyleLbl="node1" presStyleIdx="0" presStyleCnt="4">
        <dgm:presLayoutVars>
          <dgm:bulletEnabled val="1"/>
        </dgm:presLayoutVars>
      </dgm:prSet>
      <dgm:spPr/>
    </dgm:pt>
    <dgm:pt modelId="{069DDEC3-E97A-4F24-8DD5-75D166A22561}" type="pres">
      <dgm:prSet presAssocID="{6E9645F9-33C0-447E-A520-50FFE9E89764}" presName="sibTrans" presStyleLbl="sibTrans2D1" presStyleIdx="0" presStyleCnt="4"/>
      <dgm:spPr/>
    </dgm:pt>
    <dgm:pt modelId="{EC653100-D50D-4EFA-9E1B-A1C8E811D134}" type="pres">
      <dgm:prSet presAssocID="{6E9645F9-33C0-447E-A520-50FFE9E89764}" presName="connectorText" presStyleLbl="sibTrans2D1" presStyleIdx="0" presStyleCnt="4"/>
      <dgm:spPr/>
    </dgm:pt>
    <dgm:pt modelId="{2D3AF3F6-1566-4ED3-B53B-8321D90721F6}" type="pres">
      <dgm:prSet presAssocID="{E5D3D1F7-8658-45F6-AC5F-1F583EA0D59F}" presName="node" presStyleLbl="node1" presStyleIdx="1" presStyleCnt="4">
        <dgm:presLayoutVars>
          <dgm:bulletEnabled val="1"/>
        </dgm:presLayoutVars>
      </dgm:prSet>
      <dgm:spPr/>
    </dgm:pt>
    <dgm:pt modelId="{B7D053B6-A80A-4D4A-A87E-67C9F2EE34B3}" type="pres">
      <dgm:prSet presAssocID="{E8B27C94-2840-4EA9-9CC8-61AD90274383}" presName="sibTrans" presStyleLbl="sibTrans2D1" presStyleIdx="1" presStyleCnt="4"/>
      <dgm:spPr/>
    </dgm:pt>
    <dgm:pt modelId="{C34987DD-6369-45C4-991A-2892FFB6E31D}" type="pres">
      <dgm:prSet presAssocID="{E8B27C94-2840-4EA9-9CC8-61AD90274383}" presName="connectorText" presStyleLbl="sibTrans2D1" presStyleIdx="1" presStyleCnt="4"/>
      <dgm:spPr/>
    </dgm:pt>
    <dgm:pt modelId="{07EFDB1C-190B-4981-82AA-EF18057F3925}" type="pres">
      <dgm:prSet presAssocID="{8CD481F2-D834-4977-B701-19F125F04CAF}" presName="node" presStyleLbl="node1" presStyleIdx="2" presStyleCnt="4">
        <dgm:presLayoutVars>
          <dgm:bulletEnabled val="1"/>
        </dgm:presLayoutVars>
      </dgm:prSet>
      <dgm:spPr/>
    </dgm:pt>
    <dgm:pt modelId="{7EA68608-4DDE-41C8-970E-63235387141F}" type="pres">
      <dgm:prSet presAssocID="{2186A19F-A274-43CF-81DC-C3CAC5DE4588}" presName="sibTrans" presStyleLbl="sibTrans2D1" presStyleIdx="2" presStyleCnt="4"/>
      <dgm:spPr/>
    </dgm:pt>
    <dgm:pt modelId="{0A0BFBA7-B717-4D04-8E1D-E45CA595AEB3}" type="pres">
      <dgm:prSet presAssocID="{2186A19F-A274-43CF-81DC-C3CAC5DE4588}" presName="connectorText" presStyleLbl="sibTrans2D1" presStyleIdx="2" presStyleCnt="4"/>
      <dgm:spPr/>
    </dgm:pt>
    <dgm:pt modelId="{721ABD73-C3AF-44E0-9F1A-64310CCF4924}" type="pres">
      <dgm:prSet presAssocID="{212D761F-7C45-4628-892B-3F1C60372F5A}" presName="node" presStyleLbl="node1" presStyleIdx="3" presStyleCnt="4">
        <dgm:presLayoutVars>
          <dgm:bulletEnabled val="1"/>
        </dgm:presLayoutVars>
      </dgm:prSet>
      <dgm:spPr/>
    </dgm:pt>
    <dgm:pt modelId="{42CE76FB-755A-4E78-98C5-057ECE089770}" type="pres">
      <dgm:prSet presAssocID="{598A110F-FB59-46F1-9562-638C473159DF}" presName="sibTrans" presStyleLbl="sibTrans2D1" presStyleIdx="3" presStyleCnt="4"/>
      <dgm:spPr/>
    </dgm:pt>
    <dgm:pt modelId="{C49A4512-241B-4B59-AEDA-8B19594B86A1}" type="pres">
      <dgm:prSet presAssocID="{598A110F-FB59-46F1-9562-638C473159DF}" presName="connectorText" presStyleLbl="sibTrans2D1" presStyleIdx="3" presStyleCnt="4"/>
      <dgm:spPr/>
    </dgm:pt>
  </dgm:ptLst>
  <dgm:cxnLst>
    <dgm:cxn modelId="{C13EFB06-4987-4EDC-8B79-6490527C2CED}" type="presOf" srcId="{84FCF68C-CA65-4566-BD23-9632F632AD2C}" destId="{A8753DA6-C2F2-4539-8846-E280B103A707}" srcOrd="0" destOrd="0" presId="urn:microsoft.com/office/officeart/2005/8/layout/cycle7"/>
    <dgm:cxn modelId="{85C4CF08-DC8A-4039-B996-9B87E542A021}" type="presOf" srcId="{E5D3D1F7-8658-45F6-AC5F-1F583EA0D59F}" destId="{2D3AF3F6-1566-4ED3-B53B-8321D90721F6}" srcOrd="0" destOrd="0" presId="urn:microsoft.com/office/officeart/2005/8/layout/cycle7"/>
    <dgm:cxn modelId="{F8A74927-44BB-4E64-A710-977C9887D247}" type="presOf" srcId="{598A110F-FB59-46F1-9562-638C473159DF}" destId="{C49A4512-241B-4B59-AEDA-8B19594B86A1}" srcOrd="1" destOrd="0" presId="urn:microsoft.com/office/officeart/2005/8/layout/cycle7"/>
    <dgm:cxn modelId="{C087C838-9C55-4E8C-AD04-405A4971F3B0}" type="presOf" srcId="{212D761F-7C45-4628-892B-3F1C60372F5A}" destId="{721ABD73-C3AF-44E0-9F1A-64310CCF4924}" srcOrd="0" destOrd="0" presId="urn:microsoft.com/office/officeart/2005/8/layout/cycle7"/>
    <dgm:cxn modelId="{978CE83F-E4D2-40BC-B0DE-D8A3A8B5968E}" srcId="{84FCF68C-CA65-4566-BD23-9632F632AD2C}" destId="{E5D3D1F7-8658-45F6-AC5F-1F583EA0D59F}" srcOrd="1" destOrd="0" parTransId="{7327F1AC-6B9F-49AF-B5D3-392BC70DAFC5}" sibTransId="{E8B27C94-2840-4EA9-9CC8-61AD90274383}"/>
    <dgm:cxn modelId="{AAD91D77-DCC0-499E-B530-0599F958691C}" srcId="{84FCF68C-CA65-4566-BD23-9632F632AD2C}" destId="{F83A4734-0DBA-414F-98DD-AEB2F2E263F9}" srcOrd="0" destOrd="0" parTransId="{07BDC602-5FD8-4670-AE02-70BC300905B7}" sibTransId="{6E9645F9-33C0-447E-A520-50FFE9E89764}"/>
    <dgm:cxn modelId="{C0EBD077-1365-4998-8843-55659B184465}" type="presOf" srcId="{E8B27C94-2840-4EA9-9CC8-61AD90274383}" destId="{B7D053B6-A80A-4D4A-A87E-67C9F2EE34B3}" srcOrd="0" destOrd="0" presId="urn:microsoft.com/office/officeart/2005/8/layout/cycle7"/>
    <dgm:cxn modelId="{5DC05678-1108-4D87-B913-E1F8453C54D4}" srcId="{84FCF68C-CA65-4566-BD23-9632F632AD2C}" destId="{8CD481F2-D834-4977-B701-19F125F04CAF}" srcOrd="2" destOrd="0" parTransId="{BDB108DB-4E57-4FA8-8C17-FFB3A87CAFB3}" sibTransId="{2186A19F-A274-43CF-81DC-C3CAC5DE4588}"/>
    <dgm:cxn modelId="{E7FD535A-31C3-4AE8-9AD9-5DE67F6A1D41}" type="presOf" srcId="{F83A4734-0DBA-414F-98DD-AEB2F2E263F9}" destId="{0ED39DFD-FFBF-46D8-B562-25863326F209}" srcOrd="0" destOrd="0" presId="urn:microsoft.com/office/officeart/2005/8/layout/cycle7"/>
    <dgm:cxn modelId="{E6E7207C-9CF1-449B-82D7-BA523F4E732F}" type="presOf" srcId="{E8B27C94-2840-4EA9-9CC8-61AD90274383}" destId="{C34987DD-6369-45C4-991A-2892FFB6E31D}" srcOrd="1" destOrd="0" presId="urn:microsoft.com/office/officeart/2005/8/layout/cycle7"/>
    <dgm:cxn modelId="{C117D17F-10AD-4C1E-B2D8-F0441E768406}" type="presOf" srcId="{598A110F-FB59-46F1-9562-638C473159DF}" destId="{42CE76FB-755A-4E78-98C5-057ECE089770}" srcOrd="0" destOrd="0" presId="urn:microsoft.com/office/officeart/2005/8/layout/cycle7"/>
    <dgm:cxn modelId="{2F68BFA3-4CBC-4EA8-ABDF-1F585387AA2B}" type="presOf" srcId="{8CD481F2-D834-4977-B701-19F125F04CAF}" destId="{07EFDB1C-190B-4981-82AA-EF18057F3925}" srcOrd="0" destOrd="0" presId="urn:microsoft.com/office/officeart/2005/8/layout/cycle7"/>
    <dgm:cxn modelId="{55D9A6CB-76BE-4073-A9A7-D5E8514D92FE}" type="presOf" srcId="{6E9645F9-33C0-447E-A520-50FFE9E89764}" destId="{069DDEC3-E97A-4F24-8DD5-75D166A22561}" srcOrd="0" destOrd="0" presId="urn:microsoft.com/office/officeart/2005/8/layout/cycle7"/>
    <dgm:cxn modelId="{D758DED3-23F7-4E0A-BA0D-DD1116F2CCBF}" type="presOf" srcId="{6E9645F9-33C0-447E-A520-50FFE9E89764}" destId="{EC653100-D50D-4EFA-9E1B-A1C8E811D134}" srcOrd="1" destOrd="0" presId="urn:microsoft.com/office/officeart/2005/8/layout/cycle7"/>
    <dgm:cxn modelId="{77F44FE4-7C77-4E56-9785-1C8D8B857C7E}" srcId="{84FCF68C-CA65-4566-BD23-9632F632AD2C}" destId="{212D761F-7C45-4628-892B-3F1C60372F5A}" srcOrd="3" destOrd="0" parTransId="{B9B57119-D439-4CDC-9C31-077C2A439390}" sibTransId="{598A110F-FB59-46F1-9562-638C473159DF}"/>
    <dgm:cxn modelId="{7CBEACE5-A65B-49EA-AE29-4BA480AA0AE7}" type="presOf" srcId="{2186A19F-A274-43CF-81DC-C3CAC5DE4588}" destId="{7EA68608-4DDE-41C8-970E-63235387141F}" srcOrd="0" destOrd="0" presId="urn:microsoft.com/office/officeart/2005/8/layout/cycle7"/>
    <dgm:cxn modelId="{D27557EE-75A5-4C16-B03A-1A4402C5718C}" type="presOf" srcId="{2186A19F-A274-43CF-81DC-C3CAC5DE4588}" destId="{0A0BFBA7-B717-4D04-8E1D-E45CA595AEB3}" srcOrd="1" destOrd="0" presId="urn:microsoft.com/office/officeart/2005/8/layout/cycle7"/>
    <dgm:cxn modelId="{FD7B4C02-9EE9-40D2-A0B9-7F8CB69DE96E}" type="presParOf" srcId="{A8753DA6-C2F2-4539-8846-E280B103A707}" destId="{0ED39DFD-FFBF-46D8-B562-25863326F209}" srcOrd="0" destOrd="0" presId="urn:microsoft.com/office/officeart/2005/8/layout/cycle7"/>
    <dgm:cxn modelId="{81B7237D-B86E-466B-B882-BF2651960857}" type="presParOf" srcId="{A8753DA6-C2F2-4539-8846-E280B103A707}" destId="{069DDEC3-E97A-4F24-8DD5-75D166A22561}" srcOrd="1" destOrd="0" presId="urn:microsoft.com/office/officeart/2005/8/layout/cycle7"/>
    <dgm:cxn modelId="{F2FED8CD-6868-4C66-A032-17B90EE3AE8B}" type="presParOf" srcId="{069DDEC3-E97A-4F24-8DD5-75D166A22561}" destId="{EC653100-D50D-4EFA-9E1B-A1C8E811D134}" srcOrd="0" destOrd="0" presId="urn:microsoft.com/office/officeart/2005/8/layout/cycle7"/>
    <dgm:cxn modelId="{F9C438A6-9EE4-4771-889A-DB08E8437C72}" type="presParOf" srcId="{A8753DA6-C2F2-4539-8846-E280B103A707}" destId="{2D3AF3F6-1566-4ED3-B53B-8321D90721F6}" srcOrd="2" destOrd="0" presId="urn:microsoft.com/office/officeart/2005/8/layout/cycle7"/>
    <dgm:cxn modelId="{0030A79B-A487-4516-8842-F3F25523E3FA}" type="presParOf" srcId="{A8753DA6-C2F2-4539-8846-E280B103A707}" destId="{B7D053B6-A80A-4D4A-A87E-67C9F2EE34B3}" srcOrd="3" destOrd="0" presId="urn:microsoft.com/office/officeart/2005/8/layout/cycle7"/>
    <dgm:cxn modelId="{A5C229F5-D2C2-4D88-BE06-024DCF9C5EA5}" type="presParOf" srcId="{B7D053B6-A80A-4D4A-A87E-67C9F2EE34B3}" destId="{C34987DD-6369-45C4-991A-2892FFB6E31D}" srcOrd="0" destOrd="0" presId="urn:microsoft.com/office/officeart/2005/8/layout/cycle7"/>
    <dgm:cxn modelId="{DFB1CF09-4000-4B1C-A66A-0E009FE39743}" type="presParOf" srcId="{A8753DA6-C2F2-4539-8846-E280B103A707}" destId="{07EFDB1C-190B-4981-82AA-EF18057F3925}" srcOrd="4" destOrd="0" presId="urn:microsoft.com/office/officeart/2005/8/layout/cycle7"/>
    <dgm:cxn modelId="{D0401EF5-2437-402E-8B38-DC3B3708CB2E}" type="presParOf" srcId="{A8753DA6-C2F2-4539-8846-E280B103A707}" destId="{7EA68608-4DDE-41C8-970E-63235387141F}" srcOrd="5" destOrd="0" presId="urn:microsoft.com/office/officeart/2005/8/layout/cycle7"/>
    <dgm:cxn modelId="{57A64A3F-C1A6-4B24-A7DA-16C898713D53}" type="presParOf" srcId="{7EA68608-4DDE-41C8-970E-63235387141F}" destId="{0A0BFBA7-B717-4D04-8E1D-E45CA595AEB3}" srcOrd="0" destOrd="0" presId="urn:microsoft.com/office/officeart/2005/8/layout/cycle7"/>
    <dgm:cxn modelId="{383B3EEC-B4F3-41E9-A094-3D77CD7BB7AE}" type="presParOf" srcId="{A8753DA6-C2F2-4539-8846-E280B103A707}" destId="{721ABD73-C3AF-44E0-9F1A-64310CCF4924}" srcOrd="6" destOrd="0" presId="urn:microsoft.com/office/officeart/2005/8/layout/cycle7"/>
    <dgm:cxn modelId="{F247C576-78FB-40C2-BCF4-36B2FC7A5273}" type="presParOf" srcId="{A8753DA6-C2F2-4539-8846-E280B103A707}" destId="{42CE76FB-755A-4E78-98C5-057ECE089770}" srcOrd="7" destOrd="0" presId="urn:microsoft.com/office/officeart/2005/8/layout/cycle7"/>
    <dgm:cxn modelId="{B273C7E0-A53F-49F3-966E-51BDAF2DE7B5}" type="presParOf" srcId="{42CE76FB-755A-4E78-98C5-057ECE089770}" destId="{C49A4512-241B-4B59-AEDA-8B19594B86A1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7EC69-607A-4BE8-9B26-49022B4F4E1E}">
      <dsp:nvSpPr>
        <dsp:cNvPr id="0" name=""/>
        <dsp:cNvSpPr/>
      </dsp:nvSpPr>
      <dsp:spPr>
        <a:xfrm>
          <a:off x="2247198" y="1223853"/>
          <a:ext cx="872673" cy="87267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b="1" kern="1200" dirty="0"/>
            <a:t>PF</a:t>
          </a:r>
        </a:p>
      </dsp:txBody>
      <dsp:txXfrm>
        <a:off x="2374998" y="1351653"/>
        <a:ext cx="617073" cy="617073"/>
      </dsp:txXfrm>
    </dsp:sp>
    <dsp:sp modelId="{110E1730-DBB8-4A37-A109-825F8A54A60D}">
      <dsp:nvSpPr>
        <dsp:cNvPr id="0" name=""/>
        <dsp:cNvSpPr/>
      </dsp:nvSpPr>
      <dsp:spPr>
        <a:xfrm rot="16200000">
          <a:off x="2590939" y="906030"/>
          <a:ext cx="185191" cy="29670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200" kern="1200"/>
        </a:p>
      </dsp:txBody>
      <dsp:txXfrm>
        <a:off x="2618718" y="993151"/>
        <a:ext cx="129634" cy="178024"/>
      </dsp:txXfrm>
    </dsp:sp>
    <dsp:sp modelId="{F5DEE0D0-664E-4922-B63C-E8806C822689}">
      <dsp:nvSpPr>
        <dsp:cNvPr id="0" name=""/>
        <dsp:cNvSpPr/>
      </dsp:nvSpPr>
      <dsp:spPr>
        <a:xfrm>
          <a:off x="2247198" y="1761"/>
          <a:ext cx="872673" cy="87267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b="1" kern="1200" dirty="0"/>
            <a:t>DF</a:t>
          </a:r>
        </a:p>
      </dsp:txBody>
      <dsp:txXfrm>
        <a:off x="2374998" y="129561"/>
        <a:ext cx="617073" cy="617073"/>
      </dsp:txXfrm>
    </dsp:sp>
    <dsp:sp modelId="{6A1B8186-FE84-4370-BC3D-29E1FD7D34BF}">
      <dsp:nvSpPr>
        <dsp:cNvPr id="0" name=""/>
        <dsp:cNvSpPr/>
      </dsp:nvSpPr>
      <dsp:spPr>
        <a:xfrm rot="1800000">
          <a:off x="3115581" y="1814737"/>
          <a:ext cx="185191" cy="29670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200" kern="1200"/>
        </a:p>
      </dsp:txBody>
      <dsp:txXfrm>
        <a:off x="3119303" y="1860190"/>
        <a:ext cx="129634" cy="178024"/>
      </dsp:txXfrm>
    </dsp:sp>
    <dsp:sp modelId="{A981F883-CF9D-44B2-92E8-204245D358C5}">
      <dsp:nvSpPr>
        <dsp:cNvPr id="0" name=""/>
        <dsp:cNvSpPr/>
      </dsp:nvSpPr>
      <dsp:spPr>
        <a:xfrm>
          <a:off x="3305561" y="1834899"/>
          <a:ext cx="872673" cy="87267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b="1" kern="1200" dirty="0"/>
            <a:t>GF</a:t>
          </a:r>
        </a:p>
      </dsp:txBody>
      <dsp:txXfrm>
        <a:off x="3433361" y="1962699"/>
        <a:ext cx="617073" cy="617073"/>
      </dsp:txXfrm>
    </dsp:sp>
    <dsp:sp modelId="{C3FD595C-1948-4BC9-8976-1E7A76392B76}">
      <dsp:nvSpPr>
        <dsp:cNvPr id="0" name=""/>
        <dsp:cNvSpPr/>
      </dsp:nvSpPr>
      <dsp:spPr>
        <a:xfrm rot="9000000">
          <a:off x="2066297" y="1814737"/>
          <a:ext cx="185191" cy="29670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200" kern="1200"/>
        </a:p>
      </dsp:txBody>
      <dsp:txXfrm rot="10800000">
        <a:off x="2118132" y="1860190"/>
        <a:ext cx="129634" cy="178024"/>
      </dsp:txXfrm>
    </dsp:sp>
    <dsp:sp modelId="{E9B3B74F-98BC-452E-8D93-BE4589400779}">
      <dsp:nvSpPr>
        <dsp:cNvPr id="0" name=""/>
        <dsp:cNvSpPr/>
      </dsp:nvSpPr>
      <dsp:spPr>
        <a:xfrm>
          <a:off x="1188836" y="1834899"/>
          <a:ext cx="872673" cy="87267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b="1" kern="1200" dirty="0"/>
            <a:t>EF</a:t>
          </a:r>
        </a:p>
      </dsp:txBody>
      <dsp:txXfrm>
        <a:off x="1316636" y="1962699"/>
        <a:ext cx="617073" cy="6170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58BE1-F727-478E-A461-320005C37CE5}">
      <dsp:nvSpPr>
        <dsp:cNvPr id="0" name=""/>
        <dsp:cNvSpPr/>
      </dsp:nvSpPr>
      <dsp:spPr>
        <a:xfrm>
          <a:off x="619497" y="0"/>
          <a:ext cx="2719307" cy="27193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GF</a:t>
          </a:r>
          <a:endParaRPr lang="de-DE" sz="1400" b="1" kern="1200" dirty="0"/>
        </a:p>
      </dsp:txBody>
      <dsp:txXfrm>
        <a:off x="1598992" y="135965"/>
        <a:ext cx="760318" cy="407896"/>
      </dsp:txXfrm>
    </dsp:sp>
    <dsp:sp modelId="{3C19D39D-832C-4D0B-9369-59368C349576}">
      <dsp:nvSpPr>
        <dsp:cNvPr id="0" name=""/>
        <dsp:cNvSpPr/>
      </dsp:nvSpPr>
      <dsp:spPr>
        <a:xfrm>
          <a:off x="891428" y="543861"/>
          <a:ext cx="2175445" cy="21754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EF</a:t>
          </a:r>
          <a:endParaRPr lang="de-DE" sz="1300" b="1" kern="1200" dirty="0"/>
        </a:p>
      </dsp:txBody>
      <dsp:txXfrm>
        <a:off x="1598992" y="674388"/>
        <a:ext cx="760318" cy="391580"/>
      </dsp:txXfrm>
    </dsp:sp>
    <dsp:sp modelId="{55A92CC7-E952-4A81-BE69-2A68A3DD4110}">
      <dsp:nvSpPr>
        <dsp:cNvPr id="0" name=""/>
        <dsp:cNvSpPr/>
      </dsp:nvSpPr>
      <dsp:spPr>
        <a:xfrm>
          <a:off x="1163359" y="1087722"/>
          <a:ext cx="1631584" cy="16315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PF</a:t>
          </a:r>
          <a:endParaRPr lang="de-DE" sz="2000" b="1" kern="1200" dirty="0"/>
        </a:p>
      </dsp:txBody>
      <dsp:txXfrm>
        <a:off x="1598992" y="1210091"/>
        <a:ext cx="760318" cy="367106"/>
      </dsp:txXfrm>
    </dsp:sp>
    <dsp:sp modelId="{8713102B-70A4-4613-9876-840442DF8D51}">
      <dsp:nvSpPr>
        <dsp:cNvPr id="0" name=""/>
        <dsp:cNvSpPr/>
      </dsp:nvSpPr>
      <dsp:spPr>
        <a:xfrm>
          <a:off x="1435290" y="1631584"/>
          <a:ext cx="1087722" cy="10877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DF</a:t>
          </a:r>
          <a:endParaRPr lang="de-DE" sz="1900" b="1" kern="1200" dirty="0"/>
        </a:p>
      </dsp:txBody>
      <dsp:txXfrm>
        <a:off x="1594583" y="1903514"/>
        <a:ext cx="769136" cy="5438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39DFD-FFBF-46D8-B562-25863326F209}">
      <dsp:nvSpPr>
        <dsp:cNvPr id="0" name=""/>
        <dsp:cNvSpPr/>
      </dsp:nvSpPr>
      <dsp:spPr>
        <a:xfrm>
          <a:off x="1857536" y="934"/>
          <a:ext cx="1118770" cy="5593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DF</a:t>
          </a:r>
        </a:p>
      </dsp:txBody>
      <dsp:txXfrm>
        <a:off x="1873920" y="17318"/>
        <a:ext cx="1086002" cy="526617"/>
      </dsp:txXfrm>
    </dsp:sp>
    <dsp:sp modelId="{069DDEC3-E97A-4F24-8DD5-75D166A22561}">
      <dsp:nvSpPr>
        <dsp:cNvPr id="0" name=""/>
        <dsp:cNvSpPr/>
      </dsp:nvSpPr>
      <dsp:spPr>
        <a:xfrm rot="2700000">
          <a:off x="2662808" y="719754"/>
          <a:ext cx="582264" cy="195784"/>
        </a:xfrm>
        <a:prstGeom prst="left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800" kern="1200"/>
        </a:p>
      </dsp:txBody>
      <dsp:txXfrm>
        <a:off x="2721543" y="758911"/>
        <a:ext cx="464794" cy="117470"/>
      </dsp:txXfrm>
    </dsp:sp>
    <dsp:sp modelId="{2D3AF3F6-1566-4ED3-B53B-8321D90721F6}">
      <dsp:nvSpPr>
        <dsp:cNvPr id="0" name=""/>
        <dsp:cNvSpPr/>
      </dsp:nvSpPr>
      <dsp:spPr>
        <a:xfrm>
          <a:off x="2931575" y="1074974"/>
          <a:ext cx="1118770" cy="5593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EF</a:t>
          </a:r>
        </a:p>
      </dsp:txBody>
      <dsp:txXfrm>
        <a:off x="2947959" y="1091358"/>
        <a:ext cx="1086002" cy="526617"/>
      </dsp:txXfrm>
    </dsp:sp>
    <dsp:sp modelId="{B7D053B6-A80A-4D4A-A87E-67C9F2EE34B3}">
      <dsp:nvSpPr>
        <dsp:cNvPr id="0" name=""/>
        <dsp:cNvSpPr/>
      </dsp:nvSpPr>
      <dsp:spPr>
        <a:xfrm rot="8100000">
          <a:off x="2662808" y="1793794"/>
          <a:ext cx="582264" cy="195784"/>
        </a:xfrm>
        <a:prstGeom prst="left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800" kern="1200"/>
        </a:p>
      </dsp:txBody>
      <dsp:txXfrm rot="10800000">
        <a:off x="2721543" y="1832951"/>
        <a:ext cx="464794" cy="117470"/>
      </dsp:txXfrm>
    </dsp:sp>
    <dsp:sp modelId="{07EFDB1C-190B-4981-82AA-EF18057F3925}">
      <dsp:nvSpPr>
        <dsp:cNvPr id="0" name=""/>
        <dsp:cNvSpPr/>
      </dsp:nvSpPr>
      <dsp:spPr>
        <a:xfrm>
          <a:off x="1857536" y="2149013"/>
          <a:ext cx="1118770" cy="5593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GF</a:t>
          </a:r>
        </a:p>
      </dsp:txBody>
      <dsp:txXfrm>
        <a:off x="1873920" y="2165397"/>
        <a:ext cx="1086002" cy="526617"/>
      </dsp:txXfrm>
    </dsp:sp>
    <dsp:sp modelId="{7EA68608-4DDE-41C8-970E-63235387141F}">
      <dsp:nvSpPr>
        <dsp:cNvPr id="0" name=""/>
        <dsp:cNvSpPr/>
      </dsp:nvSpPr>
      <dsp:spPr>
        <a:xfrm rot="13500000">
          <a:off x="1588769" y="1793794"/>
          <a:ext cx="582264" cy="195784"/>
        </a:xfrm>
        <a:prstGeom prst="left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800" kern="1200"/>
        </a:p>
      </dsp:txBody>
      <dsp:txXfrm rot="10800000">
        <a:off x="1647504" y="1832951"/>
        <a:ext cx="464794" cy="117470"/>
      </dsp:txXfrm>
    </dsp:sp>
    <dsp:sp modelId="{721ABD73-C3AF-44E0-9F1A-64310CCF4924}">
      <dsp:nvSpPr>
        <dsp:cNvPr id="0" name=""/>
        <dsp:cNvSpPr/>
      </dsp:nvSpPr>
      <dsp:spPr>
        <a:xfrm>
          <a:off x="783496" y="1074974"/>
          <a:ext cx="1118770" cy="5593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1" kern="1200" dirty="0"/>
            <a:t>PF</a:t>
          </a:r>
        </a:p>
      </dsp:txBody>
      <dsp:txXfrm>
        <a:off x="799880" y="1091358"/>
        <a:ext cx="1086002" cy="526617"/>
      </dsp:txXfrm>
    </dsp:sp>
    <dsp:sp modelId="{42CE76FB-755A-4E78-98C5-057ECE089770}">
      <dsp:nvSpPr>
        <dsp:cNvPr id="0" name=""/>
        <dsp:cNvSpPr/>
      </dsp:nvSpPr>
      <dsp:spPr>
        <a:xfrm rot="18900000">
          <a:off x="1588769" y="719754"/>
          <a:ext cx="582264" cy="195784"/>
        </a:xfrm>
        <a:prstGeom prst="left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800" kern="1200"/>
        </a:p>
      </dsp:txBody>
      <dsp:txXfrm>
        <a:off x="1647504" y="758911"/>
        <a:ext cx="464794" cy="117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87CFC-A031-4D7B-9DCA-2A7406C0AAD3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54BDB-A762-45E0-A503-2DB92D104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7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9C10F-BD68-A8F2-E248-FC3A7A117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C7FA2D4-CAFA-C813-6C32-66DF7D717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1B5713-3DE9-9184-8B86-F9ADF218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A8FF38-F659-DB67-2022-A43E2C70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80B2F6-F400-B8C1-4819-D025DB1C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93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1271B-BF82-61A0-8F3C-94B0EB0E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BC42EB-522C-FC6E-D777-E27EA865F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938D1F-F2B1-E552-2ED6-CEAAC81D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70883A-097B-4E94-67D7-32BDBD79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47A55A-BA9A-91AE-9CF2-9B47B27F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844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811E6D-448F-9BB5-766C-D8691A22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7F656F-00EA-631E-F88A-44A7F4CE4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FDE300-94AB-F515-75E8-F5FC8E8D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4F0281-1352-F7C3-71F2-18069135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B78056-9CF2-DE0C-639C-8028EBC4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226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ECF3E5-B59F-CC8D-3688-D9AADD8D8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0CDE49-830C-DEE5-8C24-61F5D4E09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A8B4B4-6ABB-AE37-E439-4FD8C3B1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5E7D9C-6B17-29C8-7C0A-E40C8665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39B401-DFD1-BE44-ED15-03DCEBCF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E55E70-9C52-F982-01D8-9321CED6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591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F360FF-3600-85D4-9B6D-39D8614C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ABEB6A-B6AB-ECD8-CB98-2E91C5245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FA420A-8A96-E083-1455-FDCB27471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28016E-4C8F-EEF2-CF9B-BFE40B16E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47841E-FEF7-9C63-E405-2EB7C6929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457F94-BC12-E99A-7605-A3234282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BBD0BF-A9B3-89D0-1FA8-E1FF7982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58A2986-7442-C63A-9DDE-7FCB5B78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75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2D3B1B-A32E-DB42-51D1-90DBE8B5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E97BC1-862D-2FA8-C906-B7DABF3A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8914AC-91A9-04EE-AD41-22A7A4FC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8D32AD-91BD-4C47-EDCB-95A9EB4C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4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832F555-24D7-94EC-5432-01C9B395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33662E-B1CA-05F3-50BB-2F15B9F2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FB5FE8-9929-DB81-5890-8DC8114D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305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5EB78-8166-6B09-7011-A7F125A18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E403B4-C7BD-CA56-6DB2-D1E040012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407DD8-2E2F-A25E-B1AE-1B34795F0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1CE0F7-86FC-7907-2EF3-9928FB2E5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D27831-59B1-96A8-8778-C835F13F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BCF4E7-7CE4-C554-2C10-BA2763DA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715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4A9B4-35B0-A65B-833B-FACD1B62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553C674-D10A-32E8-403D-193239810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D63842-808E-FC4F-E83A-BF71CF366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74B27C-1E5D-584F-C5A9-31E6E1A68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664209-B356-DEDD-C54F-70B621D7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257CB2-1148-8E26-80D7-97DD71CE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278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9373C-E917-EC12-90A2-F3D1D767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E54FE68-D8F1-0B72-E180-115DA282D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7E578B-DD44-8DED-44F4-46408F95E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AD7C65-3EFA-A8E5-F8E5-0EF83B0F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1D5ACB-D643-FB0C-93AF-BFBD9634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70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0BFAB4C-FF0D-7DFC-6B6F-46606D602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FCED54-CF87-315F-51E3-C8F653B91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CBB84E-BB70-5BDF-98EB-12F8BF78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41B184-FF18-7511-6EF5-E3F7CCD1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1F207D-92CE-3F97-767C-45AD4356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039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57ACCA-1E63-169A-95FD-F5EE5851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6344B4-D269-669D-0D22-58920FC8A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F1F7FD-427F-F574-74BF-18C144899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330C9-71CC-4CC5-B7A6-A9EACD8987F7}" type="datetimeFigureOut">
              <a:rPr lang="de-DE" smtClean="0"/>
              <a:t>20.12.2025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A1EB79-694D-79C8-BD45-479C198C6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DA7285-E80B-D8A4-6ED4-4F3E0BBDB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27F18-EC67-4316-9FB0-AFB218F23EF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593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8.xml"/><Relationship Id="rId13" Type="http://schemas.openxmlformats.org/officeDocument/2006/relationships/image" Target="../media/image4.wmf"/><Relationship Id="rId3" Type="http://schemas.openxmlformats.org/officeDocument/2006/relationships/control" Target="../activeX/activeX3.xml"/><Relationship Id="rId7" Type="http://schemas.openxmlformats.org/officeDocument/2006/relationships/control" Target="../activeX/activeX7.xml"/><Relationship Id="rId12" Type="http://schemas.openxmlformats.org/officeDocument/2006/relationships/image" Target="../media/image3.wmf"/><Relationship Id="rId2" Type="http://schemas.openxmlformats.org/officeDocument/2006/relationships/control" Target="../activeX/activeX2.xml"/><Relationship Id="rId1" Type="http://schemas.openxmlformats.org/officeDocument/2006/relationships/control" Target="../activeX/activeX1.xml"/><Relationship Id="rId6" Type="http://schemas.openxmlformats.org/officeDocument/2006/relationships/control" Target="../activeX/activeX6.xml"/><Relationship Id="rId11" Type="http://schemas.openxmlformats.org/officeDocument/2006/relationships/image" Target="../media/image2.wmf"/><Relationship Id="rId5" Type="http://schemas.openxmlformats.org/officeDocument/2006/relationships/control" Target="../activeX/activeX5.xml"/><Relationship Id="rId10" Type="http://schemas.openxmlformats.org/officeDocument/2006/relationships/image" Target="../media/image1.wmf"/><Relationship Id="rId4" Type="http://schemas.openxmlformats.org/officeDocument/2006/relationships/control" Target="../activeX/activeX4.xml"/><Relationship Id="rId9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11.xml"/><Relationship Id="rId2" Type="http://schemas.openxmlformats.org/officeDocument/2006/relationships/control" Target="../activeX/activeX10.xml"/><Relationship Id="rId1" Type="http://schemas.openxmlformats.org/officeDocument/2006/relationships/control" Target="../activeX/activeX9.xml"/><Relationship Id="rId6" Type="http://schemas.openxmlformats.org/officeDocument/2006/relationships/image" Target="../media/image5.wmf"/><Relationship Id="rId5" Type="http://schemas.openxmlformats.org/officeDocument/2006/relationships/slideLayout" Target="../slideLayouts/slideLayout2.xml"/><Relationship Id="rId4" Type="http://schemas.openxmlformats.org/officeDocument/2006/relationships/control" Target="../activeX/activeX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15.xml"/><Relationship Id="rId2" Type="http://schemas.openxmlformats.org/officeDocument/2006/relationships/control" Target="../activeX/activeX14.xml"/><Relationship Id="rId1" Type="http://schemas.openxmlformats.org/officeDocument/2006/relationships/control" Target="../activeX/activeX13.xml"/><Relationship Id="rId6" Type="http://schemas.openxmlformats.org/officeDocument/2006/relationships/image" Target="../media/image5.wmf"/><Relationship Id="rId5" Type="http://schemas.openxmlformats.org/officeDocument/2006/relationships/slideLayout" Target="../slideLayouts/slideLayout2.xml"/><Relationship Id="rId4" Type="http://schemas.openxmlformats.org/officeDocument/2006/relationships/control" Target="../activeX/activeX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2B8B486E-38F6-1D89-65AA-BE3C43734337}"/>
              </a:ext>
            </a:extLst>
          </p:cNvPr>
          <p:cNvSpPr txBox="1"/>
          <p:nvPr/>
        </p:nvSpPr>
        <p:spPr>
          <a:xfrm>
            <a:off x="0" y="270025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Was ist Religion? – Wiederholung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5EEF0A3-E1AA-3EEA-836E-50FB293E966A}"/>
              </a:ext>
            </a:extLst>
          </p:cNvPr>
          <p:cNvSpPr txBox="1"/>
          <p:nvPr/>
        </p:nvSpPr>
        <p:spPr>
          <a:xfrm>
            <a:off x="0" y="1024860"/>
            <a:ext cx="12192000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i="1" dirty="0" err="1"/>
              <a:t>Substanzialistische</a:t>
            </a:r>
            <a:r>
              <a:rPr lang="de-DE" sz="2400" dirty="0"/>
              <a:t> Definitionen bestimmen Religion über                              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de-DE" sz="2400" dirty="0"/>
              <a:t> enges SRV: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de-DE" sz="2400" dirty="0"/>
              <a:t>weites SRV: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de-DE" sz="2400" dirty="0"/>
          </a:p>
          <a:p>
            <a:pPr>
              <a:lnSpc>
                <a:spcPct val="150000"/>
              </a:lnSpc>
            </a:pPr>
            <a:r>
              <a:rPr lang="de-DE" sz="2400" i="1" dirty="0"/>
              <a:t>Funktionalistische</a:t>
            </a:r>
            <a:r>
              <a:rPr lang="de-DE" sz="2400" dirty="0"/>
              <a:t> Definitionen bestimmen Religion über                              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de-DE" sz="2400" dirty="0"/>
              <a:t>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de-DE" sz="2400" dirty="0"/>
              <a:t>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de-DE" sz="2400" dirty="0"/>
              <a:t>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de-DE" sz="2400" dirty="0"/>
              <a:t> </a:t>
            </a:r>
          </a:p>
          <a:p>
            <a:pPr>
              <a:lnSpc>
                <a:spcPct val="150000"/>
              </a:lnSpc>
            </a:pPr>
            <a:endParaRPr lang="de-DE" sz="2400" dirty="0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2025720" imgH="444600"/>
        </mc:Choice>
        <mc:Fallback>
          <p:control name="TextBox1" r:id="rId1" imgW="2025720" imgH="444600">
            <p:pic>
              <p:nvPicPr>
                <p:cNvPr id="9" name="TextBox1">
                  <a:extLst>
                    <a:ext uri="{FF2B5EF4-FFF2-40B4-BE49-F238E27FC236}">
                      <a16:creationId xmlns:a16="http://schemas.microsoft.com/office/drawing/2014/main" id="{0C1A2458-4418-3A52-1978-949F9EE7ADB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07057" y="1166012"/>
                  <a:ext cx="2022859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2025720" imgH="444600"/>
        </mc:Choice>
        <mc:Fallback>
          <p:control name="TextBox2" r:id="rId2" imgW="2025720" imgH="444600">
            <p:pic>
              <p:nvPicPr>
                <p:cNvPr id="10" name="TextBox2">
                  <a:extLst>
                    <a:ext uri="{FF2B5EF4-FFF2-40B4-BE49-F238E27FC236}">
                      <a16:creationId xmlns:a16="http://schemas.microsoft.com/office/drawing/2014/main" id="{C589932A-891A-CBAA-B278-58EE4A97968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08866" y="3352836"/>
                  <a:ext cx="2022859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4991040" imgH="444600"/>
        </mc:Choice>
        <mc:Fallback>
          <p:control name="TextBox3" r:id="rId3" imgW="4991040" imgH="444600">
            <p:pic>
              <p:nvPicPr>
                <p:cNvPr id="11" name="TextBox3">
                  <a:extLst>
                    <a:ext uri="{FF2B5EF4-FFF2-40B4-BE49-F238E27FC236}">
                      <a16:creationId xmlns:a16="http://schemas.microsoft.com/office/drawing/2014/main" id="{7D0BD9AB-1233-73E3-0017-2162B3BD811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9758" y="1674848"/>
                  <a:ext cx="4994149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4991040" imgH="444600"/>
        </mc:Choice>
        <mc:Fallback>
          <p:control name="TextBox4" r:id="rId4" imgW="4991040" imgH="444600">
            <p:pic>
              <p:nvPicPr>
                <p:cNvPr id="12" name="TextBox4">
                  <a:extLst>
                    <a:ext uri="{FF2B5EF4-FFF2-40B4-BE49-F238E27FC236}">
                      <a16:creationId xmlns:a16="http://schemas.microsoft.com/office/drawing/2014/main" id="{71954971-B2F5-978E-A99A-751EFEB166A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9758" y="2250206"/>
                  <a:ext cx="4994149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5" r:id="rId5" imgW="3511440" imgH="444600"/>
        </mc:Choice>
        <mc:Fallback>
          <p:control name="TextBox5" r:id="rId5" imgW="3511440" imgH="444600">
            <p:pic>
              <p:nvPicPr>
                <p:cNvPr id="13" name="TextBox5">
                  <a:extLst>
                    <a:ext uri="{FF2B5EF4-FFF2-40B4-BE49-F238E27FC236}">
                      <a16:creationId xmlns:a16="http://schemas.microsoft.com/office/drawing/2014/main" id="{DAFF053C-82C6-C284-4F47-FC6A8352AAD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9048" y="3939949"/>
                  <a:ext cx="3515153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6" r:id="rId6" imgW="3511440" imgH="444600"/>
        </mc:Choice>
        <mc:Fallback>
          <p:control name="TextBox6" r:id="rId6" imgW="3511440" imgH="444600">
            <p:pic>
              <p:nvPicPr>
                <p:cNvPr id="14" name="TextBox6">
                  <a:extLst>
                    <a:ext uri="{FF2B5EF4-FFF2-40B4-BE49-F238E27FC236}">
                      <a16:creationId xmlns:a16="http://schemas.microsoft.com/office/drawing/2014/main" id="{E6B13356-5B1C-6429-0A6C-C14D898F173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9045" y="4492286"/>
                  <a:ext cx="3515153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7" r:id="rId7" imgW="3511440" imgH="444600"/>
        </mc:Choice>
        <mc:Fallback>
          <p:control name="TextBox7" r:id="rId7" imgW="3511440" imgH="444600">
            <p:pic>
              <p:nvPicPr>
                <p:cNvPr id="15" name="TextBox7">
                  <a:extLst>
                    <a:ext uri="{FF2B5EF4-FFF2-40B4-BE49-F238E27FC236}">
                      <a16:creationId xmlns:a16="http://schemas.microsoft.com/office/drawing/2014/main" id="{16F205E2-EBBD-CC4B-438A-490355EBCDD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9045" y="5049360"/>
                  <a:ext cx="3515153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8" r:id="rId8" imgW="3511440" imgH="438120"/>
        </mc:Choice>
        <mc:Fallback>
          <p:control name="TextBox8" r:id="rId8" imgW="3511440" imgH="438120">
            <p:pic>
              <p:nvPicPr>
                <p:cNvPr id="16" name="TextBox8">
                  <a:extLst>
                    <a:ext uri="{FF2B5EF4-FFF2-40B4-BE49-F238E27FC236}">
                      <a16:creationId xmlns:a16="http://schemas.microsoft.com/office/drawing/2014/main" id="{B22D397E-F77E-F4C6-0D2D-CF786DE76A70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9047" y="5606434"/>
                  <a:ext cx="3515153" cy="441139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2194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DDB0E-D745-A5C0-8B0B-220BBF48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D9DC030-000B-2B33-EC5C-8C0B1D4B7EB2}"/>
              </a:ext>
            </a:extLst>
          </p:cNvPr>
          <p:cNvSpPr txBox="1"/>
          <p:nvPr/>
        </p:nvSpPr>
        <p:spPr>
          <a:xfrm>
            <a:off x="196380" y="2090172"/>
            <a:ext cx="34673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400" dirty="0"/>
              <a:t>Deutungsfunktion</a:t>
            </a:r>
          </a:p>
          <a:p>
            <a:pPr algn="r"/>
            <a:endParaRPr lang="de-DE" sz="2400" dirty="0"/>
          </a:p>
          <a:p>
            <a:pPr algn="r"/>
            <a:r>
              <a:rPr lang="de-DE" sz="2400" dirty="0"/>
              <a:t>Psychische Funktion</a:t>
            </a:r>
          </a:p>
          <a:p>
            <a:pPr algn="r"/>
            <a:endParaRPr lang="de-DE" sz="2400" dirty="0"/>
          </a:p>
          <a:p>
            <a:pPr algn="r"/>
            <a:r>
              <a:rPr lang="de-DE" sz="2400" dirty="0"/>
              <a:t>Ethische Funktion</a:t>
            </a:r>
          </a:p>
          <a:p>
            <a:pPr algn="r"/>
            <a:endParaRPr lang="de-DE" sz="2400" dirty="0"/>
          </a:p>
          <a:p>
            <a:pPr algn="r"/>
            <a:r>
              <a:rPr lang="de-DE" sz="2400" dirty="0"/>
              <a:t>Gesellschaftliche Funktion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2DC37EE-A98B-9575-4D7F-5610F2B7A815}"/>
              </a:ext>
            </a:extLst>
          </p:cNvPr>
          <p:cNvSpPr txBox="1"/>
          <p:nvPr/>
        </p:nvSpPr>
        <p:spPr>
          <a:xfrm>
            <a:off x="0" y="270025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Die Funktionen von Religion – Wiederholung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AF5D23-EC0D-6306-283E-BF61F9A34D4F}"/>
              </a:ext>
            </a:extLst>
          </p:cNvPr>
          <p:cNvCxnSpPr/>
          <p:nvPr/>
        </p:nvCxnSpPr>
        <p:spPr>
          <a:xfrm>
            <a:off x="4375618" y="1325573"/>
            <a:ext cx="55232" cy="455972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2F063BB2-9476-53FA-6886-CBDDDF618296}"/>
              </a:ext>
            </a:extLst>
          </p:cNvPr>
          <p:cNvSpPr txBox="1"/>
          <p:nvPr/>
        </p:nvSpPr>
        <p:spPr>
          <a:xfrm rot="20581749">
            <a:off x="5438353" y="2002284"/>
            <a:ext cx="2265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(1) Schuldgefühl und Furcht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FCF820A-1264-E787-FD07-3FD8F7F1E70A}"/>
              </a:ext>
            </a:extLst>
          </p:cNvPr>
          <p:cNvSpPr txBox="1"/>
          <p:nvPr/>
        </p:nvSpPr>
        <p:spPr>
          <a:xfrm rot="1054217">
            <a:off x="8218532" y="2030531"/>
            <a:ext cx="2385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(2) Vorstellung Gottes als Richter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DB6BB40-9D35-2F49-1857-805F6D20D9C8}"/>
              </a:ext>
            </a:extLst>
          </p:cNvPr>
          <p:cNvSpPr txBox="1"/>
          <p:nvPr/>
        </p:nvSpPr>
        <p:spPr>
          <a:xfrm rot="20297529">
            <a:off x="8190246" y="3774708"/>
            <a:ext cx="3045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(4) Verantwortung und Rechenschaftspflicht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370C2E6-DF94-5D06-931C-239464E3B2F5}"/>
              </a:ext>
            </a:extLst>
          </p:cNvPr>
          <p:cNvSpPr txBox="1"/>
          <p:nvPr/>
        </p:nvSpPr>
        <p:spPr>
          <a:xfrm rot="1027703">
            <a:off x="5010268" y="3846451"/>
            <a:ext cx="3122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(3) Beichte in Gemeinschaft als Versöhnungsritual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36600" imgH="444600"/>
        </mc:Choice>
        <mc:Fallback>
          <p:control name="TextBox1" r:id="rId1" imgW="336600" imgH="444600">
            <p:pic>
              <p:nvPicPr>
                <p:cNvPr id="2" name="TextBox1">
                  <a:extLst>
                    <a:ext uri="{FF2B5EF4-FFF2-40B4-BE49-F238E27FC236}">
                      <a16:creationId xmlns:a16="http://schemas.microsoft.com/office/drawing/2014/main" id="{444BFA40-F21A-8C24-2A8F-EEAC755E775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58033" y="2081097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336600" imgH="444600"/>
        </mc:Choice>
        <mc:Fallback>
          <p:control name="TextBox2" r:id="rId2" imgW="336600" imgH="444600">
            <p:pic>
              <p:nvPicPr>
                <p:cNvPr id="3" name="TextBox2">
                  <a:extLst>
                    <a:ext uri="{FF2B5EF4-FFF2-40B4-BE49-F238E27FC236}">
                      <a16:creationId xmlns:a16="http://schemas.microsoft.com/office/drawing/2014/main" id="{FB204CE0-4004-6E89-A92D-EE392DFA163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3736" y="2824358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336600" imgH="444600"/>
        </mc:Choice>
        <mc:Fallback>
          <p:control name="TextBox3" r:id="rId3" imgW="336600" imgH="444600">
            <p:pic>
              <p:nvPicPr>
                <p:cNvPr id="6" name="TextBox3">
                  <a:extLst>
                    <a:ext uri="{FF2B5EF4-FFF2-40B4-BE49-F238E27FC236}">
                      <a16:creationId xmlns:a16="http://schemas.microsoft.com/office/drawing/2014/main" id="{24F3DACA-7128-C999-4EA1-8E3055DBFA4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58033" y="3555682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36600" imgH="444600"/>
        </mc:Choice>
        <mc:Fallback>
          <p:control name="TextBox4" r:id="rId4" imgW="336600" imgH="444600">
            <p:pic>
              <p:nvPicPr>
                <p:cNvPr id="13" name="TextBox4">
                  <a:extLst>
                    <a:ext uri="{FF2B5EF4-FFF2-40B4-BE49-F238E27FC236}">
                      <a16:creationId xmlns:a16="http://schemas.microsoft.com/office/drawing/2014/main" id="{BDFE8543-E111-6C66-24CA-105552C80EF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3736" y="4298943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44013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5409-1600-0DB7-4DB6-FBF198F9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8FFAC67-9133-477C-48BB-0E280966A2AC}"/>
              </a:ext>
            </a:extLst>
          </p:cNvPr>
          <p:cNvSpPr txBox="1"/>
          <p:nvPr/>
        </p:nvSpPr>
        <p:spPr>
          <a:xfrm>
            <a:off x="196380" y="2090172"/>
            <a:ext cx="34673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Deutungsfunktion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Psychische Funktion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Ethische Funktion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Gesellschaftliche Funktion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6650F6-866D-4457-FE15-90B91061BE25}"/>
              </a:ext>
            </a:extLst>
          </p:cNvPr>
          <p:cNvSpPr txBox="1"/>
          <p:nvPr/>
        </p:nvSpPr>
        <p:spPr>
          <a:xfrm>
            <a:off x="0" y="270025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Die Funktionen von Religion – Wiederholung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DF14F95-12F3-E7B8-157B-8CE2323AD83F}"/>
              </a:ext>
            </a:extLst>
          </p:cNvPr>
          <p:cNvCxnSpPr/>
          <p:nvPr/>
        </p:nvCxnSpPr>
        <p:spPr>
          <a:xfrm>
            <a:off x="4375618" y="1325573"/>
            <a:ext cx="55232" cy="455972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B949FE1-4BF9-07F5-8656-9106AAF655A3}"/>
              </a:ext>
            </a:extLst>
          </p:cNvPr>
          <p:cNvSpPr txBox="1"/>
          <p:nvPr/>
        </p:nvSpPr>
        <p:spPr>
          <a:xfrm rot="20581749">
            <a:off x="5187483" y="2126808"/>
            <a:ext cx="2689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(1) 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Achtung der Würde jedes Menschen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0B014AA-A08C-A647-50DC-1935BE5EB560}"/>
              </a:ext>
            </a:extLst>
          </p:cNvPr>
          <p:cNvSpPr txBox="1"/>
          <p:nvPr/>
        </p:nvSpPr>
        <p:spPr>
          <a:xfrm rot="1054217">
            <a:off x="8224612" y="2212828"/>
            <a:ext cx="2989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(2) Solidarische und respektvolle Gemeinschaft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5DA9A27-D152-6E51-4A42-7BF60F5676C3}"/>
              </a:ext>
            </a:extLst>
          </p:cNvPr>
          <p:cNvSpPr txBox="1"/>
          <p:nvPr/>
        </p:nvSpPr>
        <p:spPr>
          <a:xfrm rot="20297529">
            <a:off x="8337237" y="3890259"/>
            <a:ext cx="2776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(4) Selbstwertgefühl unabhängig von Leistung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41BEBB6-30D2-D282-7C10-95FFAFAD85B7}"/>
              </a:ext>
            </a:extLst>
          </p:cNvPr>
          <p:cNvSpPr txBox="1"/>
          <p:nvPr/>
        </p:nvSpPr>
        <p:spPr>
          <a:xfrm rot="1027703">
            <a:off x="4909308" y="3907138"/>
            <a:ext cx="32459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(3) Vorstellung des Menschen als Ebenbild Gottes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TextBox1" r:id="rId1" imgW="336600" imgH="444600"/>
        </mc:Choice>
        <mc:Fallback>
          <p:control name="TextBox1" r:id="rId1" imgW="336600" imgH="444600">
            <p:pic>
              <p:nvPicPr>
                <p:cNvPr id="2" name="TextBox1">
                  <a:extLst>
                    <a:ext uri="{FF2B5EF4-FFF2-40B4-BE49-F238E27FC236}">
                      <a16:creationId xmlns:a16="http://schemas.microsoft.com/office/drawing/2014/main" id="{826A4B51-8766-FCDD-32F7-2126EA77A80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58033" y="2081097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2" r:id="rId2" imgW="336600" imgH="444600"/>
        </mc:Choice>
        <mc:Fallback>
          <p:control name="TextBox2" r:id="rId2" imgW="336600" imgH="444600">
            <p:pic>
              <p:nvPicPr>
                <p:cNvPr id="3" name="TextBox2">
                  <a:extLst>
                    <a:ext uri="{FF2B5EF4-FFF2-40B4-BE49-F238E27FC236}">
                      <a16:creationId xmlns:a16="http://schemas.microsoft.com/office/drawing/2014/main" id="{85922DE2-1FA3-BF48-E0F8-3CA018F9960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3736" y="2824358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3" r:id="rId3" imgW="336600" imgH="444600"/>
        </mc:Choice>
        <mc:Fallback>
          <p:control name="TextBox3" r:id="rId3" imgW="336600" imgH="444600">
            <p:pic>
              <p:nvPicPr>
                <p:cNvPr id="6" name="TextBox3">
                  <a:extLst>
                    <a:ext uri="{FF2B5EF4-FFF2-40B4-BE49-F238E27FC236}">
                      <a16:creationId xmlns:a16="http://schemas.microsoft.com/office/drawing/2014/main" id="{D2335995-20DA-2267-CC28-3991C3507B4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58033" y="3555682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name="TextBox4" r:id="rId4" imgW="336600" imgH="444600"/>
        </mc:Choice>
        <mc:Fallback>
          <p:control name="TextBox4" r:id="rId4" imgW="336600" imgH="444600">
            <p:pic>
              <p:nvPicPr>
                <p:cNvPr id="13" name="TextBox4">
                  <a:extLst>
                    <a:ext uri="{FF2B5EF4-FFF2-40B4-BE49-F238E27FC236}">
                      <a16:creationId xmlns:a16="http://schemas.microsoft.com/office/drawing/2014/main" id="{C558EF27-F360-72BD-72B7-CF14198F6CF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3736" y="4298943"/>
                  <a:ext cx="337531" cy="441139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72618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EC67-44CA-B6B9-A215-4BD5A199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DAC4BADA-AFD9-46EB-CA4F-23FAB7D908C0}"/>
              </a:ext>
            </a:extLst>
          </p:cNvPr>
          <p:cNvSpPr/>
          <p:nvPr/>
        </p:nvSpPr>
        <p:spPr>
          <a:xfrm>
            <a:off x="2399212" y="3535454"/>
            <a:ext cx="900000" cy="90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DF</a:t>
            </a:r>
            <a:endParaRPr lang="de-DE" b="1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EAEDC9F-D201-1D8D-F2DC-61EFD3C612E8}"/>
              </a:ext>
            </a:extLst>
          </p:cNvPr>
          <p:cNvSpPr/>
          <p:nvPr/>
        </p:nvSpPr>
        <p:spPr>
          <a:xfrm>
            <a:off x="4563738" y="3535454"/>
            <a:ext cx="900000" cy="90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PF</a:t>
            </a:r>
            <a:endParaRPr lang="de-DE" b="1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627B073-0E5C-413A-B428-86FCA9C2DCA8}"/>
              </a:ext>
            </a:extLst>
          </p:cNvPr>
          <p:cNvSpPr/>
          <p:nvPr/>
        </p:nvSpPr>
        <p:spPr>
          <a:xfrm>
            <a:off x="6728264" y="3535454"/>
            <a:ext cx="900000" cy="90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EF</a:t>
            </a:r>
            <a:endParaRPr lang="de-DE" b="1" dirty="0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260B4A7-192A-C3C0-6281-20DF1FF6726D}"/>
              </a:ext>
            </a:extLst>
          </p:cNvPr>
          <p:cNvSpPr/>
          <p:nvPr/>
        </p:nvSpPr>
        <p:spPr>
          <a:xfrm>
            <a:off x="8892790" y="3535454"/>
            <a:ext cx="900000" cy="900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GF</a:t>
            </a:r>
            <a:endParaRPr lang="de-DE" b="1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B9E5380-DC95-D1CA-1411-51E32B68C35B}"/>
              </a:ext>
            </a:extLst>
          </p:cNvPr>
          <p:cNvSpPr txBox="1"/>
          <p:nvPr/>
        </p:nvSpPr>
        <p:spPr>
          <a:xfrm>
            <a:off x="0" y="1874627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Wie hängen die Funktionen von Religion miteinander zusammen?</a:t>
            </a:r>
          </a:p>
        </p:txBody>
      </p:sp>
    </p:spTree>
    <p:extLst>
      <p:ext uri="{BB962C8B-B14F-4D97-AF65-F5344CB8AC3E}">
        <p14:creationId xmlns:p14="http://schemas.microsoft.com/office/powerpoint/2010/main" val="1668136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81A9AF0-0BEF-5F59-A915-9D74A843E89E}"/>
              </a:ext>
            </a:extLst>
          </p:cNvPr>
          <p:cNvCxnSpPr>
            <a:cxnSpLocks/>
          </p:cNvCxnSpPr>
          <p:nvPr/>
        </p:nvCxnSpPr>
        <p:spPr>
          <a:xfrm>
            <a:off x="0" y="3318534"/>
            <a:ext cx="12183817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C2ECEEF-24F0-0B78-A2F2-921FE5ADC0D1}"/>
              </a:ext>
            </a:extLst>
          </p:cNvPr>
          <p:cNvCxnSpPr>
            <a:cxnSpLocks/>
          </p:cNvCxnSpPr>
          <p:nvPr/>
        </p:nvCxnSpPr>
        <p:spPr>
          <a:xfrm>
            <a:off x="6091908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Diagramm 36">
            <a:extLst>
              <a:ext uri="{FF2B5EF4-FFF2-40B4-BE49-F238E27FC236}">
                <a16:creationId xmlns:a16="http://schemas.microsoft.com/office/drawing/2014/main" id="{6A54A3F8-5BD8-3620-1B37-4DA89BDE15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374869"/>
              </p:ext>
            </p:extLst>
          </p:nvPr>
        </p:nvGraphicFramePr>
        <p:xfrm>
          <a:off x="6427487" y="264479"/>
          <a:ext cx="5367071" cy="2709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8" name="Diagramm 37">
            <a:extLst>
              <a:ext uri="{FF2B5EF4-FFF2-40B4-BE49-F238E27FC236}">
                <a16:creationId xmlns:a16="http://schemas.microsoft.com/office/drawing/2014/main" id="{1493A5E2-FF4A-3ADF-0937-F33B78EDD1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7659726"/>
              </p:ext>
            </p:extLst>
          </p:nvPr>
        </p:nvGraphicFramePr>
        <p:xfrm>
          <a:off x="1123054" y="3719734"/>
          <a:ext cx="3958303" cy="2719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2" name="Diagramm 41">
            <a:extLst>
              <a:ext uri="{FF2B5EF4-FFF2-40B4-BE49-F238E27FC236}">
                <a16:creationId xmlns:a16="http://schemas.microsoft.com/office/drawing/2014/main" id="{03D4610C-7C11-525E-D72C-55FCE8E975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0289405"/>
              </p:ext>
            </p:extLst>
          </p:nvPr>
        </p:nvGraphicFramePr>
        <p:xfrm>
          <a:off x="685283" y="267529"/>
          <a:ext cx="4833843" cy="2709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29C03193-C10E-C60A-E77D-7D69252692B7}"/>
              </a:ext>
            </a:extLst>
          </p:cNvPr>
          <p:cNvGrpSpPr/>
          <p:nvPr/>
        </p:nvGrpSpPr>
        <p:grpSpPr>
          <a:xfrm rot="18921394">
            <a:off x="3005739" y="1235205"/>
            <a:ext cx="192928" cy="848120"/>
            <a:chOff x="2856048" y="526514"/>
            <a:chExt cx="195784" cy="582264"/>
          </a:xfrm>
        </p:grpSpPr>
        <p:sp>
          <p:nvSpPr>
            <p:cNvPr id="44" name="Pfeil: nach links und rechts 43">
              <a:extLst>
                <a:ext uri="{FF2B5EF4-FFF2-40B4-BE49-F238E27FC236}">
                  <a16:creationId xmlns:a16="http://schemas.microsoft.com/office/drawing/2014/main" id="{91BB9787-48F1-FA54-5085-FC3852DD90A5}"/>
                </a:ext>
              </a:extLst>
            </p:cNvPr>
            <p:cNvSpPr/>
            <p:nvPr/>
          </p:nvSpPr>
          <p:spPr>
            <a:xfrm rot="2700000">
              <a:off x="2662808" y="719754"/>
              <a:ext cx="582264" cy="195784"/>
            </a:xfrm>
            <a:prstGeom prst="left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Pfeil: nach links und rechts 4">
              <a:extLst>
                <a:ext uri="{FF2B5EF4-FFF2-40B4-BE49-F238E27FC236}">
                  <a16:creationId xmlns:a16="http://schemas.microsoft.com/office/drawing/2014/main" id="{67606197-9085-A06D-6068-E712599543D9}"/>
                </a:ext>
              </a:extLst>
            </p:cNvPr>
            <p:cNvSpPr txBox="1"/>
            <p:nvPr/>
          </p:nvSpPr>
          <p:spPr>
            <a:xfrm rot="2700000">
              <a:off x="2721543" y="758911"/>
              <a:ext cx="464794" cy="1174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de-DE" sz="800" kern="1200"/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FB46B10A-8916-FCEE-1BE9-F08960A65095}"/>
              </a:ext>
            </a:extLst>
          </p:cNvPr>
          <p:cNvGrpSpPr/>
          <p:nvPr/>
        </p:nvGrpSpPr>
        <p:grpSpPr>
          <a:xfrm rot="2721394">
            <a:off x="3005738" y="1235204"/>
            <a:ext cx="192928" cy="848120"/>
            <a:chOff x="2856048" y="526514"/>
            <a:chExt cx="195784" cy="582264"/>
          </a:xfrm>
        </p:grpSpPr>
        <p:sp>
          <p:nvSpPr>
            <p:cNvPr id="50" name="Pfeil: nach links und rechts 49">
              <a:extLst>
                <a:ext uri="{FF2B5EF4-FFF2-40B4-BE49-F238E27FC236}">
                  <a16:creationId xmlns:a16="http://schemas.microsoft.com/office/drawing/2014/main" id="{E2CAC08A-2AC5-8CA2-9820-236FA7F652C3}"/>
                </a:ext>
              </a:extLst>
            </p:cNvPr>
            <p:cNvSpPr/>
            <p:nvPr/>
          </p:nvSpPr>
          <p:spPr>
            <a:xfrm rot="2700000">
              <a:off x="2662808" y="719754"/>
              <a:ext cx="582264" cy="195784"/>
            </a:xfrm>
            <a:prstGeom prst="left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1" name="Pfeil: nach links und rechts 4">
              <a:extLst>
                <a:ext uri="{FF2B5EF4-FFF2-40B4-BE49-F238E27FC236}">
                  <a16:creationId xmlns:a16="http://schemas.microsoft.com/office/drawing/2014/main" id="{EC46BC47-AF78-1BC0-1816-18FEA1915559}"/>
                </a:ext>
              </a:extLst>
            </p:cNvPr>
            <p:cNvSpPr txBox="1"/>
            <p:nvPr/>
          </p:nvSpPr>
          <p:spPr>
            <a:xfrm rot="2700000">
              <a:off x="2721543" y="758911"/>
              <a:ext cx="464794" cy="1174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de-DE" sz="800" kern="1200" dirty="0"/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1CAFC523-CAA3-4390-49CA-14EA3435D768}"/>
              </a:ext>
            </a:extLst>
          </p:cNvPr>
          <p:cNvSpPr txBox="1"/>
          <p:nvPr/>
        </p:nvSpPr>
        <p:spPr>
          <a:xfrm>
            <a:off x="8454294" y="3719734"/>
            <a:ext cx="131345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600" b="1" dirty="0"/>
              <a:t>?</a:t>
            </a:r>
          </a:p>
        </p:txBody>
      </p:sp>
      <p:sp>
        <p:nvSpPr>
          <p:cNvPr id="2" name="Flussdiagramm: Verbinder 1">
            <a:extLst>
              <a:ext uri="{FF2B5EF4-FFF2-40B4-BE49-F238E27FC236}">
                <a16:creationId xmlns:a16="http://schemas.microsoft.com/office/drawing/2014/main" id="{99D3F40E-B922-A80F-D319-2FAEF9E39ACE}"/>
              </a:ext>
            </a:extLst>
          </p:cNvPr>
          <p:cNvSpPr/>
          <p:nvPr/>
        </p:nvSpPr>
        <p:spPr>
          <a:xfrm>
            <a:off x="112503" y="110091"/>
            <a:ext cx="450000" cy="4500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3" name="Flussdiagramm: Verbinder 2">
            <a:extLst>
              <a:ext uri="{FF2B5EF4-FFF2-40B4-BE49-F238E27FC236}">
                <a16:creationId xmlns:a16="http://schemas.microsoft.com/office/drawing/2014/main" id="{F56B0E2F-25E7-1744-90A1-4A07326C1281}"/>
              </a:ext>
            </a:extLst>
          </p:cNvPr>
          <p:cNvSpPr/>
          <p:nvPr/>
        </p:nvSpPr>
        <p:spPr>
          <a:xfrm>
            <a:off x="6190131" y="110091"/>
            <a:ext cx="450000" cy="4500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4" name="Flussdiagramm: Verbinder 3">
            <a:extLst>
              <a:ext uri="{FF2B5EF4-FFF2-40B4-BE49-F238E27FC236}">
                <a16:creationId xmlns:a16="http://schemas.microsoft.com/office/drawing/2014/main" id="{AB13F446-FED5-DD59-A385-74AE3D1E3904}"/>
              </a:ext>
            </a:extLst>
          </p:cNvPr>
          <p:cNvSpPr/>
          <p:nvPr/>
        </p:nvSpPr>
        <p:spPr>
          <a:xfrm>
            <a:off x="112503" y="3435206"/>
            <a:ext cx="450000" cy="4500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3795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Breitbild</PresentationFormat>
  <Paragraphs>55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Kruse</dc:creator>
  <cp:lastModifiedBy>Lukas Kruse</cp:lastModifiedBy>
  <cp:revision>59</cp:revision>
  <dcterms:created xsi:type="dcterms:W3CDTF">2025-10-28T12:09:06Z</dcterms:created>
  <dcterms:modified xsi:type="dcterms:W3CDTF">2025-12-20T10:48:24Z</dcterms:modified>
</cp:coreProperties>
</file>