
<file path=[Content_Types].xml><?xml version="1.0" encoding="utf-8"?>
<Types xmlns="http://schemas.openxmlformats.org/package/2006/content-types">
  <Default Extension="bin" ContentType="application/vnd.ms-office.activeX"/>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activeX/activeX2.xml" ContentType="application/vnd.ms-office.activeX+xml"/>
  <Override PartName="/ppt/activeX/activeX3.xml" ContentType="application/vnd.ms-office.activeX+xml"/>
  <Override PartName="/ppt/activeX/activeX4.xml" ContentType="application/vnd.ms-office.activeX+xml"/>
  <Override PartName="/ppt/activeX/activeX5.xml" ContentType="application/vnd.ms-office.activeX+xml"/>
  <Override PartName="/ppt/activeX/activeX6.xml" ContentType="application/vnd.ms-office.activeX+xml"/>
  <Override PartName="/ppt/activeX/activeX7.xml" ContentType="application/vnd.ms-office.activeX+xml"/>
  <Override PartName="/ppt/activeX/activeX8.xml" ContentType="application/vnd.ms-office.activeX+xml"/>
  <Override PartName="/ppt/activeX/activeX9.xml" ContentType="application/vnd.ms-office.activeX+xml"/>
  <Override PartName="/ppt/activeX/activeX10.xml" ContentType="application/vnd.ms-office.activeX+xml"/>
  <Override PartName="/ppt/activeX/activeX11.xml" ContentType="application/vnd.ms-office.activeX+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66" r:id="rId2"/>
    <p:sldId id="273" r:id="rId3"/>
    <p:sldId id="268" r:id="rId4"/>
    <p:sldId id="258" r:id="rId5"/>
    <p:sldId id="263" r:id="rId6"/>
    <p:sldId id="261" r:id="rId7"/>
    <p:sldId id="274" r:id="rId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_rels/activeX4.xml.rels><?xml version="1.0" encoding="UTF-8" standalone="yes"?>
<Relationships xmlns="http://schemas.openxmlformats.org/package/2006/relationships"><Relationship Id="rId1" Type="http://schemas.microsoft.com/office/2006/relationships/activeXControlBinary" Target="activeX4.bin"/></Relationships>
</file>

<file path=ppt/activeX/_rels/activeX5.xml.rels><?xml version="1.0" encoding="UTF-8" standalone="yes"?>
<Relationships xmlns="http://schemas.openxmlformats.org/package/2006/relationships"><Relationship Id="rId1" Type="http://schemas.microsoft.com/office/2006/relationships/activeXControlBinary" Target="activeX5.bin"/></Relationships>
</file>

<file path=ppt/activeX/_rels/activeX6.xml.rels><?xml version="1.0" encoding="UTF-8" standalone="yes"?>
<Relationships xmlns="http://schemas.openxmlformats.org/package/2006/relationships"><Relationship Id="rId1" Type="http://schemas.microsoft.com/office/2006/relationships/activeXControlBinary" Target="activeX6.bin"/></Relationships>
</file>

<file path=ppt/activeX/_rels/activeX7.xml.rels><?xml version="1.0" encoding="UTF-8" standalone="yes"?>
<Relationships xmlns="http://schemas.openxmlformats.org/package/2006/relationships"><Relationship Id="rId1" Type="http://schemas.microsoft.com/office/2006/relationships/activeXControlBinary" Target="activeX7.bin"/></Relationships>
</file>

<file path=ppt/activeX/_rels/activeX8.xml.rels><?xml version="1.0" encoding="UTF-8" standalone="yes"?>
<Relationships xmlns="http://schemas.openxmlformats.org/package/2006/relationships"><Relationship Id="rId1" Type="http://schemas.microsoft.com/office/2006/relationships/activeXControlBinary" Target="activeX8.bin"/></Relationships>
</file>

<file path=ppt/activeX/_rels/activeX9.xml.rels><?xml version="1.0" encoding="UTF-8" standalone="yes"?>
<Relationships xmlns="http://schemas.openxmlformats.org/package/2006/relationships"><Relationship Id="rId1" Type="http://schemas.microsoft.com/office/2006/relationships/activeXControlBinary" Target="activeX9.bin"/></Relationships>
</file>

<file path=ppt/activeX/_rels/activeX10.xml.rels><?xml version="1.0" encoding="UTF-8" standalone="yes"?>
<Relationships xmlns="http://schemas.openxmlformats.org/package/2006/relationships"><Relationship Id="rId1" Type="http://schemas.microsoft.com/office/2006/relationships/activeXControlBinary" Target="activeX10.bin"/></Relationships>
</file>

<file path=ppt/activeX/_rels/activeX11.xml.rels><?xml version="1.0" encoding="UTF-8" standalone="yes"?>
<Relationships xmlns="http://schemas.openxmlformats.org/package/2006/relationships"><Relationship Id="rId1" Type="http://schemas.microsoft.com/office/2006/relationships/activeXControlBinary" Target="activeX11.bin"/></Relationships>
</file>

<file path=ppt/activeX/activeX1.xml><?xml version="1.0" encoding="utf-8"?>
<ax:ocx xmlns:ax="http://schemas.microsoft.com/office/2006/activeX" xmlns:r="http://schemas.openxmlformats.org/officeDocument/2006/relationships" ax:classid="{8BD21D10-EC42-11CE-9E0D-00AA006002F3}" ax:persistence="persistStorage" r:id="rId1"/>
</file>

<file path=ppt/activeX/activeX2.xml><?xml version="1.0" encoding="utf-8"?>
<ax:ocx xmlns:ax="http://schemas.microsoft.com/office/2006/activeX" xmlns:r="http://schemas.openxmlformats.org/officeDocument/2006/relationships" ax:classid="{8BD21D10-EC42-11CE-9E0D-00AA006002F3}" ax:persistence="persistStorage" r:id="rId1"/>
</file>

<file path=ppt/activeX/activeX3.xml><?xml version="1.0" encoding="utf-8"?>
<ax:ocx xmlns:ax="http://schemas.microsoft.com/office/2006/activeX" xmlns:r="http://schemas.openxmlformats.org/officeDocument/2006/relationships" ax:classid="{8BD21D10-EC42-11CE-9E0D-00AA006002F3}" ax:persistence="persistStorage" r:id="rId1"/>
</file>

<file path=ppt/activeX/activeX4.xml><?xml version="1.0" encoding="utf-8"?>
<ax:ocx xmlns:ax="http://schemas.microsoft.com/office/2006/activeX" xmlns:r="http://schemas.openxmlformats.org/officeDocument/2006/relationships" ax:classid="{8BD21D10-EC42-11CE-9E0D-00AA006002F3}" ax:persistence="persistStorage" r:id="rId1"/>
</file>

<file path=ppt/activeX/activeX5.xml><?xml version="1.0" encoding="utf-8"?>
<ax:ocx xmlns:ax="http://schemas.microsoft.com/office/2006/activeX" xmlns:r="http://schemas.openxmlformats.org/officeDocument/2006/relationships" ax:classid="{8BD21D10-EC42-11CE-9E0D-00AA006002F3}" ax:persistence="persistStorage" r:id="rId1"/>
</file>

<file path=ppt/activeX/activeX6.xml><?xml version="1.0" encoding="utf-8"?>
<ax:ocx xmlns:ax="http://schemas.microsoft.com/office/2006/activeX" xmlns:r="http://schemas.openxmlformats.org/officeDocument/2006/relationships" ax:classid="{8BD21D10-EC42-11CE-9E0D-00AA006002F3}" ax:persistence="persistStorage" r:id="rId1"/>
</file>

<file path=ppt/activeX/activeX7.xml><?xml version="1.0" encoding="utf-8"?>
<ax:ocx xmlns:ax="http://schemas.microsoft.com/office/2006/activeX" xmlns:r="http://schemas.openxmlformats.org/officeDocument/2006/relationships" ax:classid="{8BD21D10-EC42-11CE-9E0D-00AA006002F3}" ax:persistence="persistStorage" r:id="rId1"/>
</file>

<file path=ppt/activeX/activeX8.xml><?xml version="1.0" encoding="utf-8"?>
<ax:ocx xmlns:ax="http://schemas.microsoft.com/office/2006/activeX" xmlns:r="http://schemas.openxmlformats.org/officeDocument/2006/relationships" ax:classid="{8BD21D10-EC42-11CE-9E0D-00AA006002F3}" ax:persistence="persistStorage" r:id="rId1"/>
</file>

<file path=ppt/activeX/activeX9.xml><?xml version="1.0" encoding="utf-8"?>
<ax:ocx xmlns:ax="http://schemas.microsoft.com/office/2006/activeX" xmlns:r="http://schemas.openxmlformats.org/officeDocument/2006/relationships" ax:classid="{8BD21D10-EC42-11CE-9E0D-00AA006002F3}" ax:persistence="persistStorage" r:id="rId1"/>
</file>

<file path=ppt/activeX/activeX10.xml><?xml version="1.0" encoding="utf-8"?>
<ax:ocx xmlns:ax="http://schemas.microsoft.com/office/2006/activeX" xmlns:r="http://schemas.openxmlformats.org/officeDocument/2006/relationships" ax:classid="{8BD21D10-EC42-11CE-9E0D-00AA006002F3}" ax:persistence="persistStorage" r:id="rId1"/>
</file>

<file path=ppt/activeX/activeX11.xml><?xml version="1.0" encoding="utf-8"?>
<ax:ocx xmlns:ax="http://schemas.microsoft.com/office/2006/activeX" xmlns:r="http://schemas.openxmlformats.org/officeDocument/2006/relationships" ax:classid="{8BD21D10-EC42-11CE-9E0D-00AA006002F3}"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987CFC-A031-4D7B-9DCA-2A7406C0AAD3}" type="datetimeFigureOut">
              <a:rPr lang="de-DE" smtClean="0"/>
              <a:t>08.12.2025</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B54BDB-A762-45E0-A503-2DB92D104795}" type="slidenum">
              <a:rPr lang="de-DE" smtClean="0"/>
              <a:t>‹Nr.›</a:t>
            </a:fld>
            <a:endParaRPr lang="de-DE"/>
          </a:p>
        </p:txBody>
      </p:sp>
    </p:spTree>
    <p:extLst>
      <p:ext uri="{BB962C8B-B14F-4D97-AF65-F5344CB8AC3E}">
        <p14:creationId xmlns:p14="http://schemas.microsoft.com/office/powerpoint/2010/main" val="263275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399C10F-BD68-A8F2-E248-FC3A7A1177E5}"/>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FC7FA2D4-CAFA-C813-6C32-66DF7D71744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AB1B5713-3DE9-9184-8B86-F9ADF21840A6}"/>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EA8FF38-F659-DB67-2022-A43E2C70DB1A}"/>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780B2F6-F400-B8C1-4819-D025DB1C2D12}"/>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985937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4E1271B-BF82-61A0-8F3C-94B0EB0E74B8}"/>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2CBC42EB-522C-FC6E-D777-E27EA865F11A}"/>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27938D1F-F2B1-E552-2ED6-CEAAC81DE9B9}"/>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D770883A-097B-4E94-67D7-32BDBD791B78}"/>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647A55A-BA9A-91AE-9CF2-9B47B27FCB25}"/>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6784429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811E6D-448F-9BB5-766C-D8691A227420}"/>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6D7F656F-00EA-631E-F88A-44A7F4CE42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2CFDE300-94AB-F515-75E8-F5FC8E8DC755}"/>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F4F0281-1352-F7C3-71F2-18069135F25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EB78056-9CF2-DE0C-639C-8028EBC441F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19342260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DECF3E5-B59F-CC8D-3688-D9AADD8D838D}"/>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CE0CDE49-830C-DEE5-8C24-61F5D4E09807}"/>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BA8B4B4-6ABB-AE37-E439-4FD8C3B10EA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395E7D9C-6B17-29C8-7C0A-E40C86654C90}"/>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6139B401-DFD1-BE44-ED15-03DCEBCFC4D3}"/>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3EE55E70-9C52-F982-01D8-9321CED64C18}"/>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753591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F360FF-3600-85D4-9B6D-39D8614C6B2C}"/>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A5ABEB6A-B6AB-ECD8-CB98-2E91C5245C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BCFA420A-8A96-E083-1455-FDCB274718EA}"/>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028016E-4C8F-EEF2-CF9B-BFE40B16EA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8647841E-FEF7-9C63-E405-2EB7C6929429}"/>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0E457F94-BC12-E99A-7605-A3234282ADAE}"/>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8" name="Fußzeilenplatzhalter 7">
            <a:extLst>
              <a:ext uri="{FF2B5EF4-FFF2-40B4-BE49-F238E27FC236}">
                <a16:creationId xmlns:a16="http://schemas.microsoft.com/office/drawing/2014/main" id="{BEBBD0BF-A9B3-89D0-1FA8-E1FF79827D8F}"/>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458A2986-7442-C63A-9DDE-7FCB5B781A75}"/>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907757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2D3B1B-A32E-DB42-51D1-90DBE8B57EE4}"/>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60E97BC1-862D-2FA8-C906-B7DABF3A614A}"/>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4" name="Fußzeilenplatzhalter 3">
            <a:extLst>
              <a:ext uri="{FF2B5EF4-FFF2-40B4-BE49-F238E27FC236}">
                <a16:creationId xmlns:a16="http://schemas.microsoft.com/office/drawing/2014/main" id="{5D8914AC-91A9-04EE-AD41-22A7A4FC21C4}"/>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028D32AD-91BD-4C47-EDCB-95A9EB4C14B8}"/>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406240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1832F555-24D7-94EC-5432-01C9B395EA14}"/>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3" name="Fußzeilenplatzhalter 2">
            <a:extLst>
              <a:ext uri="{FF2B5EF4-FFF2-40B4-BE49-F238E27FC236}">
                <a16:creationId xmlns:a16="http://schemas.microsoft.com/office/drawing/2014/main" id="{5033662E-B1CA-05F3-50BB-2F15B9F2AD84}"/>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ECFB5FE8-9929-DB81-5890-8DC8114DB40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113051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65EB78-8166-6B09-7011-A7F125A18BD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7E403B4-C7BD-CA56-6DB2-D1E040012F7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85407DD8-2E2F-A25E-B1AE-1B34795F02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91CE0F7-86FC-7907-2EF3-9928FB2E5638}"/>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32D27831-59B1-96A8-8778-C835F13F6EB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0EBCF4E7-7CE4-C554-2C10-BA2763DA2502}"/>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39571514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AF4A9B4-35B0-A65B-833B-FACD1B620F4C}"/>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3553C674-D10A-32E8-403D-19323981044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38D63842-808E-FC4F-E83A-BF71CF366F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F274B27C-1E5D-584F-C5A9-31E6E1A68727}"/>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6" name="Fußzeilenplatzhalter 5">
            <a:extLst>
              <a:ext uri="{FF2B5EF4-FFF2-40B4-BE49-F238E27FC236}">
                <a16:creationId xmlns:a16="http://schemas.microsoft.com/office/drawing/2014/main" id="{4E664209-B356-DEDD-C54F-70B621D79ADB}"/>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48257CB2-1148-8E26-80D7-97DD71CE11DE}"/>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27527806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39373C-E917-EC12-90A2-F3D1D767DF35}"/>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7E54FE68-D8F1-0B72-E180-115DA282D595}"/>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C7E578B-DD44-8DED-44F4-46408F95E4AB}"/>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AAAD7C65-3EFA-A8E5-F8E5-0EF83B0F6B1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A21D5ACB-D643-FB0C-93AF-BFBD963493B4}"/>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42147061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30BFAB4C-FF0D-7DFC-6B6F-46606D602CA9}"/>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2AFCED54-CF87-315F-51E3-C8F653B918D6}"/>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94CBB84E-BB70-5BDF-98EB-12F8BF786981}"/>
              </a:ext>
            </a:extLst>
          </p:cNvPr>
          <p:cNvSpPr>
            <a:spLocks noGrp="1"/>
          </p:cNvSpPr>
          <p:nvPr>
            <p:ph type="dt" sz="half" idx="10"/>
          </p:nvPr>
        </p:nvSpPr>
        <p:spPr/>
        <p:txBody>
          <a:body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8141B184-FF18-7511-6EF5-E3F7CCD1BA7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01F207D-92CE-3F97-767C-45AD4356B491}"/>
              </a:ext>
            </a:extLst>
          </p:cNvPr>
          <p:cNvSpPr>
            <a:spLocks noGrp="1"/>
          </p:cNvSpPr>
          <p:nvPr>
            <p:ph type="sldNum" sz="quarter" idx="12"/>
          </p:nvPr>
        </p:nvSpPr>
        <p:spPr/>
        <p:txBody>
          <a:bodyPr/>
          <a:lstStyle/>
          <a:p>
            <a:fld id="{C7427F18-EC67-4316-9FB0-AFB218F23EF2}" type="slidenum">
              <a:rPr lang="de-DE" smtClean="0"/>
              <a:t>‹Nr.›</a:t>
            </a:fld>
            <a:endParaRPr lang="de-DE"/>
          </a:p>
        </p:txBody>
      </p:sp>
    </p:spTree>
    <p:extLst>
      <p:ext uri="{BB962C8B-B14F-4D97-AF65-F5344CB8AC3E}">
        <p14:creationId xmlns:p14="http://schemas.microsoft.com/office/powerpoint/2010/main" val="2290395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C857ACCA-1E63-169A-95FD-F5EE585193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A46344B4-D269-669D-0D22-58920FC8A2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BEF1F7FD-427F-F574-74BF-18C144899A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5330C9-71CC-4CC5-B7A6-A9EACD8987F7}" type="datetimeFigureOut">
              <a:rPr lang="de-DE" smtClean="0"/>
              <a:t>08.12.2025</a:t>
            </a:fld>
            <a:endParaRPr lang="de-DE"/>
          </a:p>
        </p:txBody>
      </p:sp>
      <p:sp>
        <p:nvSpPr>
          <p:cNvPr id="5" name="Fußzeilenplatzhalter 4">
            <a:extLst>
              <a:ext uri="{FF2B5EF4-FFF2-40B4-BE49-F238E27FC236}">
                <a16:creationId xmlns:a16="http://schemas.microsoft.com/office/drawing/2014/main" id="{6FA1EB79-694D-79C8-BD45-479C198C66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D4DA7285-E80B-D8A4-6ED4-4F3E0BBDBC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427F18-EC67-4316-9FB0-AFB218F23EF2}" type="slidenum">
              <a:rPr lang="de-DE" smtClean="0"/>
              <a:t>‹Nr.›</a:t>
            </a:fld>
            <a:endParaRPr lang="de-DE"/>
          </a:p>
        </p:txBody>
      </p:sp>
    </p:spTree>
    <p:extLst>
      <p:ext uri="{BB962C8B-B14F-4D97-AF65-F5344CB8AC3E}">
        <p14:creationId xmlns:p14="http://schemas.microsoft.com/office/powerpoint/2010/main" val="41085930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slideLayout" Target="../slideLayouts/slideLayout1.xml"/><Relationship Id="rId1" Type="http://schemas.openxmlformats.org/officeDocument/2006/relationships/control" Target="../activeX/activeX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slideLayout" Target="../slideLayouts/slideLayout2.xml"/><Relationship Id="rId1" Type="http://schemas.openxmlformats.org/officeDocument/2006/relationships/control" Target="../activeX/activeX2.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control" Target="../activeX/activeX5.xml"/><Relationship Id="rId7" Type="http://schemas.openxmlformats.org/officeDocument/2006/relationships/control" Target="../activeX/activeX9.xml"/><Relationship Id="rId2" Type="http://schemas.openxmlformats.org/officeDocument/2006/relationships/control" Target="../activeX/activeX4.xml"/><Relationship Id="rId1" Type="http://schemas.openxmlformats.org/officeDocument/2006/relationships/control" Target="../activeX/activeX3.xml"/><Relationship Id="rId6" Type="http://schemas.openxmlformats.org/officeDocument/2006/relationships/control" Target="../activeX/activeX8.xml"/><Relationship Id="rId5" Type="http://schemas.openxmlformats.org/officeDocument/2006/relationships/control" Target="../activeX/activeX7.xml"/><Relationship Id="rId10" Type="http://schemas.openxmlformats.org/officeDocument/2006/relationships/image" Target="../media/image6.wmf"/><Relationship Id="rId4" Type="http://schemas.openxmlformats.org/officeDocument/2006/relationships/control" Target="../activeX/activeX6.xml"/><Relationship Id="rId9" Type="http://schemas.openxmlformats.org/officeDocument/2006/relationships/image" Target="../media/image5.wmf"/></Relationships>
</file>

<file path=ppt/slides/_rels/slide6.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slideLayout" Target="../slideLayouts/slideLayout2.xml"/><Relationship Id="rId1" Type="http://schemas.openxmlformats.org/officeDocument/2006/relationships/control" Target="../activeX/activeX10.xml"/></Relationships>
</file>

<file path=ppt/slides/_rels/slide7.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slideLayout" Target="../slideLayouts/slideLayout2.xml"/><Relationship Id="rId1" Type="http://schemas.openxmlformats.org/officeDocument/2006/relationships/control" Target="../activeX/activeX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4" name="TextBox1">
                  <a:extLst>
                    <a:ext uri="{FF2B5EF4-FFF2-40B4-BE49-F238E27FC236}">
                      <a16:creationId xmlns:a16="http://schemas.microsoft.com/office/drawing/2014/main" id="{B6EEBB0A-4312-05A6-A55B-CF5F09C489BD}"/>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11288747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DD8196-63E6-C0C9-FC26-DECC9631BF69}"/>
            </a:ext>
          </a:extLst>
        </p:cNvPr>
        <p:cNvGrpSpPr/>
        <p:nvPr/>
      </p:nvGrpSpPr>
      <p:grpSpPr>
        <a:xfrm>
          <a:off x="0" y="0"/>
          <a:ext cx="0" cy="0"/>
          <a:chOff x="0" y="0"/>
          <a:chExt cx="0" cy="0"/>
        </a:xfrm>
      </p:grpSpPr>
      <p:sp>
        <p:nvSpPr>
          <p:cNvPr id="3" name="Sprechblase: rechteckig mit abgerundeten Ecken 2">
            <a:extLst>
              <a:ext uri="{FF2B5EF4-FFF2-40B4-BE49-F238E27FC236}">
                <a16:creationId xmlns:a16="http://schemas.microsoft.com/office/drawing/2014/main" id="{77212B77-E214-0EC7-37D2-4D4725F2B693}"/>
              </a:ext>
            </a:extLst>
          </p:cNvPr>
          <p:cNvSpPr/>
          <p:nvPr/>
        </p:nvSpPr>
        <p:spPr>
          <a:xfrm>
            <a:off x="626336" y="1369961"/>
            <a:ext cx="4336381" cy="140853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rPr>
              <a:t>Wenn ich bete, spüre ich, wie ich ruhiger werde und dass Gott mir nahe ist.</a:t>
            </a:r>
          </a:p>
        </p:txBody>
      </p:sp>
      <p:pic>
        <p:nvPicPr>
          <p:cNvPr id="7" name="Grafik 6">
            <a:extLst>
              <a:ext uri="{FF2B5EF4-FFF2-40B4-BE49-F238E27FC236}">
                <a16:creationId xmlns:a16="http://schemas.microsoft.com/office/drawing/2014/main" id="{235F28EC-80B7-A626-F94B-6B330D1851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7550" y="2931910"/>
            <a:ext cx="2617394" cy="3926090"/>
          </a:xfrm>
          <a:prstGeom prst="rect">
            <a:avLst/>
          </a:prstGeom>
        </p:spPr>
      </p:pic>
      <p:sp>
        <p:nvSpPr>
          <p:cNvPr id="8" name="Sprechblase: rechteckig mit abgerundeten Ecken 7">
            <a:extLst>
              <a:ext uri="{FF2B5EF4-FFF2-40B4-BE49-F238E27FC236}">
                <a16:creationId xmlns:a16="http://schemas.microsoft.com/office/drawing/2014/main" id="{58838EE6-E68F-AF01-3AB7-885D03F6938B}"/>
              </a:ext>
            </a:extLst>
          </p:cNvPr>
          <p:cNvSpPr/>
          <p:nvPr/>
        </p:nvSpPr>
        <p:spPr>
          <a:xfrm>
            <a:off x="7229285" y="1369961"/>
            <a:ext cx="4336381" cy="140853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0" normalizeH="0" baseline="0" noProof="0" dirty="0">
                <a:ln>
                  <a:noFill/>
                </a:ln>
                <a:solidFill>
                  <a:prstClr val="black"/>
                </a:solidFill>
                <a:effectLst/>
                <a:uLnTx/>
                <a:uFillTx/>
                <a:latin typeface="Calibri" panose="020F0502020204030204"/>
                <a:ea typeface="+mn-ea"/>
                <a:cs typeface="+mn-cs"/>
              </a:rPr>
              <a:t>Wenn ich Menschen beten sehe, wirkt es auf mich so, als würden sie innerlich ruhiger.</a:t>
            </a:r>
          </a:p>
        </p:txBody>
      </p:sp>
      <p:sp>
        <p:nvSpPr>
          <p:cNvPr id="2" name="Textfeld 1">
            <a:extLst>
              <a:ext uri="{FF2B5EF4-FFF2-40B4-BE49-F238E27FC236}">
                <a16:creationId xmlns:a16="http://schemas.microsoft.com/office/drawing/2014/main" id="{A0D99AF2-B163-D448-70A4-5240AC34A4A1}"/>
              </a:ext>
            </a:extLst>
          </p:cNvPr>
          <p:cNvSpPr txBox="1"/>
          <p:nvPr/>
        </p:nvSpPr>
        <p:spPr>
          <a:xfrm>
            <a:off x="994636" y="399353"/>
            <a:ext cx="378647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prstClr val="black"/>
                </a:solidFill>
                <a:effectLst/>
                <a:uLnTx/>
                <a:uFillTx/>
                <a:latin typeface="Calibri" panose="020F0502020204030204"/>
                <a:ea typeface="+mn-ea"/>
                <a:cs typeface="+mn-cs"/>
              </a:rPr>
              <a:t>Innenperspektive</a:t>
            </a:r>
            <a:endParaRPr kumimoji="0" lang="de-DE" sz="2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feld 3">
            <a:extLst>
              <a:ext uri="{FF2B5EF4-FFF2-40B4-BE49-F238E27FC236}">
                <a16:creationId xmlns:a16="http://schemas.microsoft.com/office/drawing/2014/main" id="{E52C215D-BDB2-4AA5-AE63-042EDC5BC43A}"/>
              </a:ext>
            </a:extLst>
          </p:cNvPr>
          <p:cNvSpPr txBox="1"/>
          <p:nvPr/>
        </p:nvSpPr>
        <p:spPr>
          <a:xfrm>
            <a:off x="7410891" y="399353"/>
            <a:ext cx="3786475"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3200" b="1" i="0" u="none" strike="noStrike" kern="1200" cap="none" spc="0" normalizeH="0" baseline="0" noProof="0" dirty="0">
                <a:ln>
                  <a:noFill/>
                </a:ln>
                <a:solidFill>
                  <a:prstClr val="black"/>
                </a:solidFill>
                <a:effectLst/>
                <a:uLnTx/>
                <a:uFillTx/>
                <a:latin typeface="Calibri" panose="020F0502020204030204"/>
                <a:ea typeface="+mn-ea"/>
                <a:cs typeface="+mn-cs"/>
              </a:rPr>
              <a:t>Außenperspektive</a:t>
            </a:r>
            <a:endParaRPr kumimoji="0" lang="de-DE" sz="2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064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EB2AC-A8E8-0A02-7D81-592B7FC3DBD4}"/>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C173FC6C-C94D-AEFC-F576-CE24BDC7ADA7}"/>
              </a:ext>
            </a:extLst>
          </p:cNvPr>
          <p:cNvPicPr>
            <a:picLocks noChangeAspect="1"/>
          </p:cNvPicPr>
          <p:nvPr/>
        </p:nvPicPr>
        <p:blipFill rotWithShape="1">
          <a:blip r:embed="rId2">
            <a:extLst>
              <a:ext uri="{28A0092B-C50C-407E-A947-70E740481C1C}">
                <a14:useLocalDpi xmlns:a14="http://schemas.microsoft.com/office/drawing/2010/main" val="0"/>
              </a:ext>
            </a:extLst>
          </a:blip>
          <a:srcRect b="15625"/>
          <a:stretch>
            <a:fillRect/>
          </a:stretch>
        </p:blipFill>
        <p:spPr>
          <a:xfrm>
            <a:off x="0" y="0"/>
            <a:ext cx="12192000" cy="6858000"/>
          </a:xfrm>
          <a:prstGeom prst="rect">
            <a:avLst/>
          </a:prstGeom>
        </p:spPr>
      </p:pic>
    </p:spTree>
    <p:extLst>
      <p:ext uri="{BB962C8B-B14F-4D97-AF65-F5344CB8AC3E}">
        <p14:creationId xmlns:p14="http://schemas.microsoft.com/office/powerpoint/2010/main" val="3323548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3" name="TextBox1">
                  <a:extLst>
                    <a:ext uri="{FF2B5EF4-FFF2-40B4-BE49-F238E27FC236}">
                      <a16:creationId xmlns:a16="http://schemas.microsoft.com/office/drawing/2014/main" id="{3606632E-91DD-A72A-6010-F5D192F09809}"/>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1785908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0CF1-3C31-07C4-287F-389B7ED31C2C}"/>
            </a:ext>
          </a:extLst>
        </p:cNvPr>
        <p:cNvGrpSpPr/>
        <p:nvPr/>
      </p:nvGrpSpPr>
      <p:grpSpPr>
        <a:xfrm>
          <a:off x="0" y="0"/>
          <a:ext cx="0" cy="0"/>
          <a:chOff x="0" y="0"/>
          <a:chExt cx="0" cy="0"/>
        </a:xfrm>
      </p:grpSpPr>
      <p:sp>
        <p:nvSpPr>
          <p:cNvPr id="13" name="Sprechblase: rechteckig mit abgerundeten Ecken 12">
            <a:extLst>
              <a:ext uri="{FF2B5EF4-FFF2-40B4-BE49-F238E27FC236}">
                <a16:creationId xmlns:a16="http://schemas.microsoft.com/office/drawing/2014/main" id="{9FB1F8F7-1CA7-2F48-9C23-4FC95A2998F4}"/>
              </a:ext>
            </a:extLst>
          </p:cNvPr>
          <p:cNvSpPr/>
          <p:nvPr/>
        </p:nvSpPr>
        <p:spPr>
          <a:xfrm>
            <a:off x="186055" y="212428"/>
            <a:ext cx="6521591" cy="1235883"/>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Ich bete selbst nicht, finde es aber schön, wenn andere Menschen darin Trost und Geborgenheit finden. Ich frage mich, warum das Gebet für viele Menschen so wirksam ist.</a:t>
            </a:r>
          </a:p>
        </p:txBody>
      </p:sp>
      <p:sp>
        <p:nvSpPr>
          <p:cNvPr id="14" name="Sprechblase: rechteckig mit abgerundeten Ecken 13">
            <a:extLst>
              <a:ext uri="{FF2B5EF4-FFF2-40B4-BE49-F238E27FC236}">
                <a16:creationId xmlns:a16="http://schemas.microsoft.com/office/drawing/2014/main" id="{962205A2-2551-93BA-93C2-4CAA6E79F944}"/>
              </a:ext>
            </a:extLst>
          </p:cNvPr>
          <p:cNvSpPr/>
          <p:nvPr/>
        </p:nvSpPr>
        <p:spPr>
          <a:xfrm>
            <a:off x="7069724" y="354944"/>
            <a:ext cx="4842023" cy="1142462"/>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Gemeinsames Gebet ist eine Kommunikationsform, die Gruppenidentität stärkt und gemeinsame Normen stabilisiert.</a:t>
            </a:r>
          </a:p>
        </p:txBody>
      </p:sp>
      <p:sp>
        <p:nvSpPr>
          <p:cNvPr id="16" name="Sprechblase: rechteckig mit abgerundeten Ecken 15">
            <a:extLst>
              <a:ext uri="{FF2B5EF4-FFF2-40B4-BE49-F238E27FC236}">
                <a16:creationId xmlns:a16="http://schemas.microsoft.com/office/drawing/2014/main" id="{1F1D5BD4-07F6-BED4-94B3-688192EDE63C}"/>
              </a:ext>
            </a:extLst>
          </p:cNvPr>
          <p:cNvSpPr/>
          <p:nvPr/>
        </p:nvSpPr>
        <p:spPr>
          <a:xfrm>
            <a:off x="8542582" y="4891125"/>
            <a:ext cx="3251010" cy="1200195"/>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Wenn ich bete, wird mir klarer, wo ich im Alltag anders handeln möchte.</a:t>
            </a:r>
          </a:p>
        </p:txBody>
      </p:sp>
      <p:sp>
        <p:nvSpPr>
          <p:cNvPr id="17" name="Sprechblase: rechteckig mit abgerundeten Ecken 16">
            <a:extLst>
              <a:ext uri="{FF2B5EF4-FFF2-40B4-BE49-F238E27FC236}">
                <a16:creationId xmlns:a16="http://schemas.microsoft.com/office/drawing/2014/main" id="{648C5F9E-5755-F8BF-1AB0-25C686838DE3}"/>
              </a:ext>
            </a:extLst>
          </p:cNvPr>
          <p:cNvSpPr/>
          <p:nvPr/>
        </p:nvSpPr>
        <p:spPr>
          <a:xfrm>
            <a:off x="194120" y="4590415"/>
            <a:ext cx="4218320" cy="1485132"/>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Gebet kann als Form der Selbstregulation verstanden werden: Es strukturiert Gedanken und trägt zur emotionalen Stabilisierung bei.</a:t>
            </a:r>
          </a:p>
        </p:txBody>
      </p:sp>
      <p:sp>
        <p:nvSpPr>
          <p:cNvPr id="10" name="Sprechblase: rechteckig mit abgerundeten Ecken 9">
            <a:extLst>
              <a:ext uri="{FF2B5EF4-FFF2-40B4-BE49-F238E27FC236}">
                <a16:creationId xmlns:a16="http://schemas.microsoft.com/office/drawing/2014/main" id="{7A07C2FA-25CF-70FB-4F4A-2BC1A9A74F12}"/>
              </a:ext>
            </a:extLst>
          </p:cNvPr>
          <p:cNvSpPr/>
          <p:nvPr/>
        </p:nvSpPr>
        <p:spPr>
          <a:xfrm>
            <a:off x="8177089" y="2246263"/>
            <a:ext cx="3571106" cy="175756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Für mich ist Beten nichts anderes als eine Praxis, bei der Menschen sich an etwas klammern, das es in Wirklichkeit gar nicht gibt.</a:t>
            </a:r>
          </a:p>
        </p:txBody>
      </p:sp>
      <p:sp>
        <p:nvSpPr>
          <p:cNvPr id="11" name="Sprechblase: rechteckig mit abgerundeten Ecken 10">
            <a:extLst>
              <a:ext uri="{FF2B5EF4-FFF2-40B4-BE49-F238E27FC236}">
                <a16:creationId xmlns:a16="http://schemas.microsoft.com/office/drawing/2014/main" id="{59BA3CB2-2F45-07D7-4023-48A6B615377F}"/>
              </a:ext>
            </a:extLst>
          </p:cNvPr>
          <p:cNvSpPr/>
          <p:nvPr/>
        </p:nvSpPr>
        <p:spPr>
          <a:xfrm>
            <a:off x="4690646" y="4444460"/>
            <a:ext cx="3573729" cy="184588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Ich habe im Gebet so intensive Erfahrungen gemacht, dass ich überzeugt bin: Unsere Gebetspraxis ist der einzig richtige Weg, Gott anzurufen.</a:t>
            </a:r>
          </a:p>
        </p:txBody>
      </p:sp>
      <p:sp>
        <p:nvSpPr>
          <p:cNvPr id="12" name="Sprechblase: rechteckig mit abgerundeten Ecken 11">
            <a:extLst>
              <a:ext uri="{FF2B5EF4-FFF2-40B4-BE49-F238E27FC236}">
                <a16:creationId xmlns:a16="http://schemas.microsoft.com/office/drawing/2014/main" id="{3F1A4440-0A82-F9AC-A234-80E7E510BE1D}"/>
              </a:ext>
            </a:extLst>
          </p:cNvPr>
          <p:cNvSpPr/>
          <p:nvPr/>
        </p:nvSpPr>
        <p:spPr>
          <a:xfrm>
            <a:off x="585605" y="1987640"/>
            <a:ext cx="6962798" cy="1897030"/>
          </a:xfrm>
          <a:prstGeom prst="wedgeRoundRectCallou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sz="2000" dirty="0"/>
              <a:t>Wenn wir gemeinsam beten, erlebe ich unsere Gemeinschaft als geistlich getragen. Aus meinem Glauben heraus deute ich diese Verbundenheit als Wirken des Geistes Gottes, ich weiß aber zugleich, dass meine Wahrnehmung subjektiv bleibt und meine Deutung methodisch reflektiert </a:t>
            </a:r>
            <a:r>
              <a:rPr lang="de-DE" sz="2000"/>
              <a:t>sein muss.</a:t>
            </a:r>
            <a:endParaRPr lang="de-DE" sz="2000" dirty="0"/>
          </a:p>
        </p:txBody>
      </p:sp>
    </p:spTree>
    <p:controls>
      <mc:AlternateContent xmlns:mc="http://schemas.openxmlformats.org/markup-compatibility/2006">
        <mc:Choice xmlns:v="urn:schemas-microsoft-com:vml" Requires="v">
          <p:control name="TextBox1" r:id="rId1" imgW="2025720" imgH="444600"/>
        </mc:Choice>
        <mc:Fallback>
          <p:control name="TextBox1" r:id="rId1" imgW="2025720" imgH="444600">
            <p:pic>
              <p:nvPicPr>
                <p:cNvPr id="2" name="TextBox1">
                  <a:extLst>
                    <a:ext uri="{FF2B5EF4-FFF2-40B4-BE49-F238E27FC236}">
                      <a16:creationId xmlns:a16="http://schemas.microsoft.com/office/drawing/2014/main" id="{4EC7EEE0-DB5A-9FC3-FEEE-F6012A61B225}"/>
                    </a:ext>
                  </a:extLst>
                </p:cNvPr>
                <p:cNvPicPr>
                  <a:picLocks/>
                </p:cNvPicPr>
                <p:nvPr/>
              </p:nvPicPr>
              <p:blipFill>
                <a:blip r:embed="rId9"/>
                <a:stretch>
                  <a:fillRect/>
                </a:stretch>
              </p:blipFill>
              <p:spPr>
                <a:xfrm>
                  <a:off x="2727111" y="1497406"/>
                  <a:ext cx="2022859" cy="441139"/>
                </a:xfrm>
                <a:prstGeom prst="rect">
                  <a:avLst/>
                </a:prstGeom>
              </p:spPr>
            </p:pic>
          </p:control>
        </mc:Fallback>
      </mc:AlternateContent>
      <mc:AlternateContent xmlns:mc="http://schemas.openxmlformats.org/markup-compatibility/2006">
        <mc:Choice xmlns:v="urn:schemas-microsoft-com:vml" Requires="v">
          <p:control name="TextBox2" r:id="rId2" imgW="2025720" imgH="444600"/>
        </mc:Choice>
        <mc:Fallback>
          <p:control name="TextBox2" r:id="rId2" imgW="2025720" imgH="444600">
            <p:pic>
              <p:nvPicPr>
                <p:cNvPr id="4" name="TextBox2">
                  <a:extLst>
                    <a:ext uri="{FF2B5EF4-FFF2-40B4-BE49-F238E27FC236}">
                      <a16:creationId xmlns:a16="http://schemas.microsoft.com/office/drawing/2014/main" id="{8A8C687F-7584-F4A0-63CC-B4776F5904BA}"/>
                    </a:ext>
                  </a:extLst>
                </p:cNvPr>
                <p:cNvPicPr>
                  <a:picLocks/>
                </p:cNvPicPr>
                <p:nvPr/>
              </p:nvPicPr>
              <p:blipFill>
                <a:blip r:embed="rId9"/>
                <a:stretch>
                  <a:fillRect/>
                </a:stretch>
              </p:blipFill>
              <p:spPr>
                <a:xfrm>
                  <a:off x="9770733" y="6190834"/>
                  <a:ext cx="2022859" cy="441139"/>
                </a:xfrm>
                <a:prstGeom prst="rect">
                  <a:avLst/>
                </a:prstGeom>
              </p:spPr>
            </p:pic>
          </p:control>
        </mc:Fallback>
      </mc:AlternateContent>
      <mc:AlternateContent xmlns:mc="http://schemas.openxmlformats.org/markup-compatibility/2006">
        <mc:Choice xmlns:v="urn:schemas-microsoft-com:vml" Requires="v">
          <p:control name="TextBox3" r:id="rId3" imgW="2025720" imgH="444600"/>
        </mc:Choice>
        <mc:Fallback>
          <p:control name="TextBox3" r:id="rId3" imgW="2025720" imgH="444600">
            <p:pic>
              <p:nvPicPr>
                <p:cNvPr id="5" name="TextBox3">
                  <a:extLst>
                    <a:ext uri="{FF2B5EF4-FFF2-40B4-BE49-F238E27FC236}">
                      <a16:creationId xmlns:a16="http://schemas.microsoft.com/office/drawing/2014/main" id="{26BE6F4C-ABBA-52A6-B5CE-AAE91F9BB3F3}"/>
                    </a:ext>
                  </a:extLst>
                </p:cNvPr>
                <p:cNvPicPr>
                  <a:picLocks/>
                </p:cNvPicPr>
                <p:nvPr/>
              </p:nvPicPr>
              <p:blipFill>
                <a:blip r:embed="rId9"/>
                <a:stretch>
                  <a:fillRect/>
                </a:stretch>
              </p:blipFill>
              <p:spPr>
                <a:xfrm>
                  <a:off x="6241516" y="6366037"/>
                  <a:ext cx="2022859" cy="441139"/>
                </a:xfrm>
                <a:prstGeom prst="rect">
                  <a:avLst/>
                </a:prstGeom>
              </p:spPr>
            </p:pic>
          </p:control>
        </mc:Fallback>
      </mc:AlternateContent>
      <mc:AlternateContent xmlns:mc="http://schemas.openxmlformats.org/markup-compatibility/2006">
        <mc:Choice xmlns:v="urn:schemas-microsoft-com:vml" Requires="v">
          <p:control name="TextBox4" r:id="rId4" imgW="2025720" imgH="444600"/>
        </mc:Choice>
        <mc:Fallback>
          <p:control name="TextBox4" r:id="rId4" imgW="2025720" imgH="444600">
            <p:pic>
              <p:nvPicPr>
                <p:cNvPr id="6" name="TextBox4">
                  <a:extLst>
                    <a:ext uri="{FF2B5EF4-FFF2-40B4-BE49-F238E27FC236}">
                      <a16:creationId xmlns:a16="http://schemas.microsoft.com/office/drawing/2014/main" id="{D1409AB1-5DB8-A134-F249-9CD603EF5BD1}"/>
                    </a:ext>
                  </a:extLst>
                </p:cNvPr>
                <p:cNvPicPr>
                  <a:picLocks/>
                </p:cNvPicPr>
                <p:nvPr/>
              </p:nvPicPr>
              <p:blipFill>
                <a:blip r:embed="rId9"/>
                <a:stretch>
                  <a:fillRect/>
                </a:stretch>
              </p:blipFill>
              <p:spPr>
                <a:xfrm>
                  <a:off x="1965111" y="6145467"/>
                  <a:ext cx="2022859" cy="441139"/>
                </a:xfrm>
                <a:prstGeom prst="rect">
                  <a:avLst/>
                </a:prstGeom>
              </p:spPr>
            </p:pic>
          </p:control>
        </mc:Fallback>
      </mc:AlternateContent>
      <mc:AlternateContent xmlns:mc="http://schemas.openxmlformats.org/markup-compatibility/2006">
        <mc:Choice xmlns:v="urn:schemas-microsoft-com:vml" Requires="v">
          <p:control name="TextBox5" r:id="rId5" imgW="2025720" imgH="444600"/>
        </mc:Choice>
        <mc:Fallback>
          <p:control name="TextBox5" r:id="rId5" imgW="2025720" imgH="444600">
            <p:pic>
              <p:nvPicPr>
                <p:cNvPr id="7" name="TextBox5">
                  <a:extLst>
                    <a:ext uri="{FF2B5EF4-FFF2-40B4-BE49-F238E27FC236}">
                      <a16:creationId xmlns:a16="http://schemas.microsoft.com/office/drawing/2014/main" id="{2C960DEC-1CD3-EA10-A2C1-2349C011796B}"/>
                    </a:ext>
                  </a:extLst>
                </p:cNvPr>
                <p:cNvPicPr>
                  <a:picLocks/>
                </p:cNvPicPr>
                <p:nvPr/>
              </p:nvPicPr>
              <p:blipFill>
                <a:blip r:embed="rId9"/>
                <a:stretch>
                  <a:fillRect/>
                </a:stretch>
              </p:blipFill>
              <p:spPr>
                <a:xfrm>
                  <a:off x="3401010" y="3954226"/>
                  <a:ext cx="2022859" cy="441139"/>
                </a:xfrm>
                <a:prstGeom prst="rect">
                  <a:avLst/>
                </a:prstGeom>
              </p:spPr>
            </p:pic>
          </p:control>
        </mc:Fallback>
      </mc:AlternateContent>
      <mc:AlternateContent xmlns:mc="http://schemas.openxmlformats.org/markup-compatibility/2006">
        <mc:Choice xmlns:v="urn:schemas-microsoft-com:vml" Requires="v">
          <p:control name="TextBox6" r:id="rId6" imgW="2025720" imgH="438120"/>
        </mc:Choice>
        <mc:Fallback>
          <p:control name="TextBox6" r:id="rId6" imgW="2025720" imgH="438120">
            <p:pic>
              <p:nvPicPr>
                <p:cNvPr id="8" name="TextBox6">
                  <a:extLst>
                    <a:ext uri="{FF2B5EF4-FFF2-40B4-BE49-F238E27FC236}">
                      <a16:creationId xmlns:a16="http://schemas.microsoft.com/office/drawing/2014/main" id="{1E007BEA-D113-610B-82FB-8A4B830D574F}"/>
                    </a:ext>
                  </a:extLst>
                </p:cNvPr>
                <p:cNvPicPr>
                  <a:picLocks/>
                </p:cNvPicPr>
                <p:nvPr/>
              </p:nvPicPr>
              <p:blipFill>
                <a:blip r:embed="rId10"/>
                <a:stretch>
                  <a:fillRect/>
                </a:stretch>
              </p:blipFill>
              <p:spPr>
                <a:xfrm>
                  <a:off x="9156657" y="1582043"/>
                  <a:ext cx="2022859" cy="441139"/>
                </a:xfrm>
                <a:prstGeom prst="rect">
                  <a:avLst/>
                </a:prstGeom>
              </p:spPr>
            </p:pic>
          </p:control>
        </mc:Fallback>
      </mc:AlternateContent>
      <mc:AlternateContent xmlns:mc="http://schemas.openxmlformats.org/markup-compatibility/2006">
        <mc:Choice xmlns:v="urn:schemas-microsoft-com:vml" Requires="v">
          <p:control name="TextBox7" r:id="rId7" imgW="2025720" imgH="444600"/>
        </mc:Choice>
        <mc:Fallback>
          <p:control name="TextBox7" r:id="rId7" imgW="2025720" imgH="444600">
            <p:pic>
              <p:nvPicPr>
                <p:cNvPr id="9" name="TextBox7">
                  <a:extLst>
                    <a:ext uri="{FF2B5EF4-FFF2-40B4-BE49-F238E27FC236}">
                      <a16:creationId xmlns:a16="http://schemas.microsoft.com/office/drawing/2014/main" id="{8424E956-C574-AFBB-D051-D3D838820028}"/>
                    </a:ext>
                  </a:extLst>
                </p:cNvPr>
                <p:cNvPicPr>
                  <a:picLocks/>
                </p:cNvPicPr>
                <p:nvPr/>
              </p:nvPicPr>
              <p:blipFill>
                <a:blip r:embed="rId9"/>
                <a:stretch>
                  <a:fillRect/>
                </a:stretch>
              </p:blipFill>
              <p:spPr>
                <a:xfrm>
                  <a:off x="9770733" y="4084087"/>
                  <a:ext cx="2022859" cy="441139"/>
                </a:xfrm>
                <a:prstGeom prst="rect">
                  <a:avLst/>
                </a:prstGeom>
              </p:spPr>
            </p:pic>
          </p:control>
        </mc:Fallback>
      </mc:AlternateContent>
    </p:controls>
    <p:extLst>
      <p:ext uri="{BB962C8B-B14F-4D97-AF65-F5344CB8AC3E}">
        <p14:creationId xmlns:p14="http://schemas.microsoft.com/office/powerpoint/2010/main" val="1496453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4" name="TextBox1">
                  <a:extLst>
                    <a:ext uri="{FF2B5EF4-FFF2-40B4-BE49-F238E27FC236}">
                      <a16:creationId xmlns:a16="http://schemas.microsoft.com/office/drawing/2014/main" id="{F0F92E32-7537-896A-EC0A-B9F3BBC3A427}"/>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40568589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ontrols>
      <mc:AlternateContent xmlns:mc="http://schemas.openxmlformats.org/markup-compatibility/2006">
        <mc:Choice xmlns:v="urn:schemas-microsoft-com:vml" Requires="v">
          <p:control name="TextBox1" r:id="rId1" imgW="12192120" imgH="6858000"/>
        </mc:Choice>
        <mc:Fallback>
          <p:control name="TextBox1" r:id="rId1" imgW="12192120" imgH="6858000">
            <p:pic>
              <p:nvPicPr>
                <p:cNvPr id="4" name="TextBox1">
                  <a:extLst>
                    <a:ext uri="{FF2B5EF4-FFF2-40B4-BE49-F238E27FC236}">
                      <a16:creationId xmlns:a16="http://schemas.microsoft.com/office/drawing/2014/main" id="{D8E9647A-B3DA-5671-06E7-7684F7730296}"/>
                    </a:ext>
                  </a:extLst>
                </p:cNvPr>
                <p:cNvPicPr>
                  <a:picLocks/>
                </p:cNvPicPr>
                <p:nvPr/>
              </p:nvPicPr>
              <p:blipFill>
                <a:blip r:embed="rId3"/>
                <a:stretch>
                  <a:fillRect/>
                </a:stretch>
              </p:blipFill>
              <p:spPr>
                <a:xfrm>
                  <a:off x="0" y="0"/>
                  <a:ext cx="12191999" cy="6858000"/>
                </a:xfrm>
                <a:prstGeom prst="rect">
                  <a:avLst/>
                </a:prstGeom>
              </p:spPr>
            </p:pic>
          </p:control>
        </mc:Fallback>
      </mc:AlternateContent>
    </p:controls>
    <p:extLst>
      <p:ext uri="{BB962C8B-B14F-4D97-AF65-F5344CB8AC3E}">
        <p14:creationId xmlns:p14="http://schemas.microsoft.com/office/powerpoint/2010/main" val="2530281458"/>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216</Words>
  <Application>Microsoft Office PowerPoint</Application>
  <PresentationFormat>Breitbild</PresentationFormat>
  <Paragraphs>11</Paragraphs>
  <Slides>7</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7</vt:i4>
      </vt:variant>
    </vt:vector>
  </HeadingPairs>
  <TitlesOfParts>
    <vt:vector size="11" baseType="lpstr">
      <vt:lpstr>Arial</vt:lpstr>
      <vt:lpstr>Calibri</vt:lpstr>
      <vt:lpstr>Calibri Light</vt:lpstr>
      <vt:lpstr>Office</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Lukas Kruse</dc:creator>
  <cp:lastModifiedBy>Lukas Kruse</cp:lastModifiedBy>
  <cp:revision>58</cp:revision>
  <dcterms:created xsi:type="dcterms:W3CDTF">2025-10-28T12:09:06Z</dcterms:created>
  <dcterms:modified xsi:type="dcterms:W3CDTF">2025-12-08T11:52:31Z</dcterms:modified>
</cp:coreProperties>
</file>